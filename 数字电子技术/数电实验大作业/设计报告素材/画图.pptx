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 varScale="1">
        <p:scale>
          <a:sx n="59" d="100"/>
          <a:sy n="59" d="100"/>
        </p:scale>
        <p:origin x="6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9E9BD6-1863-4A20-A411-316205EAA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E5805F-AC22-4485-A24B-A7418E7AC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0314EA-1443-493F-B07E-2AB64BA0A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6826-35FC-4A15-A990-DC3FC4F4A295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820112-23FA-49D8-B53B-D6786A0F5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6FB6B4-909D-46C6-B7FD-C87A6034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4138-1D79-40BC-AF38-7F2FA8363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317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F88BD-41E2-41CB-9784-F63BD317C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249298-1DAD-409D-9034-96A5B79AE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2406CE-0766-48E2-A88C-C550125DA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6826-35FC-4A15-A990-DC3FC4F4A295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2B3672-F2CA-4ADC-8632-40426C916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6EADB-E7B9-4D12-B727-F56FAAD0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4138-1D79-40BC-AF38-7F2FA8363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45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ABAA36-CFF0-47B0-A84B-2597DF206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12FE1-0DC2-434F-BDD5-6BDAFBB57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F15258-979B-425A-9071-977D756A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6826-35FC-4A15-A990-DC3FC4F4A295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1E84E-65B1-412A-A8C6-AC479AFB4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7AE299-C85E-4CD8-AB89-BA1CB440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4138-1D79-40BC-AF38-7F2FA8363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800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24BB80-DA97-4B2D-BF49-DC455BF86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7FD2FD-CDC0-4172-9075-8A0B47103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B1EA04-A3ED-4DCC-9102-057A0BBD9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D4261E-7A2B-4B25-A474-47981A08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6826-35FC-4A15-A990-DC3FC4F4A295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77D142-5B36-41C2-8E4D-715D7F4B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D02EE9-CA31-4B7C-821C-D4D82C252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4138-1D79-40BC-AF38-7F2FA8363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142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EA057E-F48A-493A-8DA7-9FD36FF0F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B81BFF-A1CC-46AE-86E8-40A1C620F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793553-1847-4FF4-9962-3D4EEE1F9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A567626-E3FA-46AC-A4AF-E9A651A35C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84B1F8-C7FE-4D6E-8426-88DC818C3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A92CB3F-1072-43EA-BE7B-FBC07F46D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6826-35FC-4A15-A990-DC3FC4F4A295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4E0BB29-D1EA-4BB4-B909-EA07A963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F06CDC7-5C74-4CB8-B91D-1F189010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4138-1D79-40BC-AF38-7F2FA8363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74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A78C0-7814-460F-9FC4-B4E693B90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6F78E14-61A2-4511-A0ED-00D6F3047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6826-35FC-4A15-A990-DC3FC4F4A295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0F55AB1-62CA-4357-BB98-556BB6C8F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F965E5-21B2-445C-9818-9291766A3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4138-1D79-40BC-AF38-7F2FA8363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788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319009-1005-4985-8CAE-72BE02AB5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6826-35FC-4A15-A990-DC3FC4F4A295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FFD5839-B4B1-43F1-90AF-4B4C5D8F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F06281-6026-4C59-8873-69E8CDF8B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4138-1D79-40BC-AF38-7F2FA8363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2589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A47B45-4C90-42F6-B90B-DD3C9215D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4EF16B-72E5-42EE-86C2-7150144A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001C952-32B3-4D99-AE27-B4BD51409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FC923B-C32C-4EC0-AD16-620E7D2C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6826-35FC-4A15-A990-DC3FC4F4A295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3F1723-61A6-4CBE-B2CB-A690BE1F9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50F45F-3A28-4F78-B7CD-49E4532F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4138-1D79-40BC-AF38-7F2FA8363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770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D15E1-40DF-4EE8-BAE9-4E6BDB561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1539A5-E9CF-4A91-8AA8-518885E9F1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0D3C9F-956E-4A2A-8F6A-C0E275734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9DCCC7-92CF-4220-89A5-6C1BC0541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6826-35FC-4A15-A990-DC3FC4F4A295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0E3ED6-99F5-4B75-B4C8-92A9D9D11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E3E7BC-1513-4CA5-A3CE-5B7B8E32B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4138-1D79-40BC-AF38-7F2FA8363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658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F84389-5431-49F2-BE87-4BBB50D83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C00DCD-AA43-407A-A87A-F063055EF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1AFF99-068A-4DA5-BE86-BC0CC12B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6826-35FC-4A15-A990-DC3FC4F4A295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E2E7DB-1290-4174-A453-4801D6A16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6C3638-A8F9-4525-8DDD-7629255EA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4138-1D79-40BC-AF38-7F2FA8363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809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6B880CD-7F99-4195-B7B1-A4B638655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DA1CB8-987E-43D0-AF39-37428BD2FE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8E7543-00D9-4891-ABE1-73884AB8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C6826-35FC-4A15-A990-DC3FC4F4A295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936976-0A6A-4EAE-8F7B-3A141B05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D1F48C-2F2B-4C5F-BA3C-DA96B2DB1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04138-1D79-40BC-AF38-7F2FA8363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677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48489F3-7808-458E-A653-552E63BC8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7B48E7-1988-4CC8-8AD9-E43B49692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7B8770-D94B-4FA4-BE8C-B7EA6767B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C6826-35FC-4A15-A990-DC3FC4F4A295}" type="datetimeFigureOut">
              <a:rPr lang="zh-CN" altLang="en-US" smtClean="0"/>
              <a:t>2024/6/5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F6DD84-27D2-4DE1-91C8-FF6F1C67C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12A1AA-B292-4D03-A985-1058D53EB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04138-1D79-40BC-AF38-7F2FA83637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7494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A8AA75D-0FB9-4CB7-8545-1E47D59E1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053" y="1946498"/>
            <a:ext cx="3613265" cy="2302755"/>
          </a:xfrm>
          <a:prstGeom prst="rect">
            <a:avLst/>
          </a:prstGeom>
        </p:spPr>
      </p:pic>
      <p:grpSp>
        <p:nvGrpSpPr>
          <p:cNvPr id="21" name="组合 20">
            <a:extLst>
              <a:ext uri="{FF2B5EF4-FFF2-40B4-BE49-F238E27FC236}">
                <a16:creationId xmlns:a16="http://schemas.microsoft.com/office/drawing/2014/main" id="{0197A4B7-DF3C-42D9-914E-D391AEBA853D}"/>
              </a:ext>
            </a:extLst>
          </p:cNvPr>
          <p:cNvGrpSpPr/>
          <p:nvPr/>
        </p:nvGrpSpPr>
        <p:grpSpPr>
          <a:xfrm>
            <a:off x="4588624" y="3715786"/>
            <a:ext cx="232755" cy="246610"/>
            <a:chOff x="7237615" y="2781992"/>
            <a:chExt cx="532014" cy="512618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3FEBA1E-6E90-4AE0-90F6-15B0E8F723B7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3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2009E77-8624-421D-BE99-D811AD963E47}"/>
                </a:ext>
              </a:extLst>
            </p:cNvPr>
            <p:cNvCxnSpPr>
              <a:cxnSpLocks/>
            </p:cNvCxnSpPr>
            <p:nvPr/>
          </p:nvCxnSpPr>
          <p:spPr>
            <a:xfrm>
              <a:off x="7769629" y="2781993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64A70C1-9F23-4D9B-BBC1-3ABDDF87436A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3294610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9631F41-DAE6-4FEC-8127-654EDA91266D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2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A31B89BA-BE0C-4599-9F2C-885E75323F83}"/>
              </a:ext>
            </a:extLst>
          </p:cNvPr>
          <p:cNvGrpSpPr/>
          <p:nvPr/>
        </p:nvGrpSpPr>
        <p:grpSpPr>
          <a:xfrm>
            <a:off x="4821379" y="3469177"/>
            <a:ext cx="232755" cy="246610"/>
            <a:chOff x="7237615" y="2781992"/>
            <a:chExt cx="532014" cy="512618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9FFC2532-A6DF-421A-8CA0-11FC3A43D9CF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3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1ADC7BC4-B723-4CF2-961C-B4002FBB739F}"/>
                </a:ext>
              </a:extLst>
            </p:cNvPr>
            <p:cNvCxnSpPr>
              <a:cxnSpLocks/>
            </p:cNvCxnSpPr>
            <p:nvPr/>
          </p:nvCxnSpPr>
          <p:spPr>
            <a:xfrm>
              <a:off x="7769629" y="2781993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5469A63B-C190-48A0-9F63-9D7D63BB2B8B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3294610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B6958DA6-EAE5-429E-9054-EF712CDF1EEE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2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B154754-4831-4819-BA14-6F8BFCD1F98B}"/>
              </a:ext>
            </a:extLst>
          </p:cNvPr>
          <p:cNvGrpSpPr/>
          <p:nvPr/>
        </p:nvGrpSpPr>
        <p:grpSpPr>
          <a:xfrm>
            <a:off x="4821378" y="3715786"/>
            <a:ext cx="232755" cy="246610"/>
            <a:chOff x="7237615" y="2781992"/>
            <a:chExt cx="532014" cy="512618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65C3A5A-2ECF-4BB4-B8EE-377EB015EA11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3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850F800-540A-4B0E-800D-87B18EEEDE32}"/>
                </a:ext>
              </a:extLst>
            </p:cNvPr>
            <p:cNvCxnSpPr>
              <a:cxnSpLocks/>
            </p:cNvCxnSpPr>
            <p:nvPr/>
          </p:nvCxnSpPr>
          <p:spPr>
            <a:xfrm>
              <a:off x="7769629" y="2781993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86D3C91-BEB6-41D5-997B-6747754C62A2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3294610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C6037425-C99F-4650-8577-A366814191C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2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D1D87C22-5753-4B86-AA96-39AF81E036AE}"/>
              </a:ext>
            </a:extLst>
          </p:cNvPr>
          <p:cNvGrpSpPr/>
          <p:nvPr/>
        </p:nvGrpSpPr>
        <p:grpSpPr>
          <a:xfrm>
            <a:off x="5054131" y="3715785"/>
            <a:ext cx="232755" cy="246610"/>
            <a:chOff x="7237615" y="2781992"/>
            <a:chExt cx="532014" cy="512618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2E355A54-DDCE-420D-BA7F-2B9688F1ADE4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3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134CA3A-7843-483B-BE1D-A0AE46B21F79}"/>
                </a:ext>
              </a:extLst>
            </p:cNvPr>
            <p:cNvCxnSpPr>
              <a:cxnSpLocks/>
            </p:cNvCxnSpPr>
            <p:nvPr/>
          </p:nvCxnSpPr>
          <p:spPr>
            <a:xfrm>
              <a:off x="7769629" y="2781993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7E8A016B-621E-4E0F-83BA-E5302EBA6763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3294610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6A934120-8BC1-4F61-8D21-3E65A0E903A5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2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F545C3F-CB65-4D88-8342-75B493A135B7}"/>
              </a:ext>
            </a:extLst>
          </p:cNvPr>
          <p:cNvGrpSpPr/>
          <p:nvPr/>
        </p:nvGrpSpPr>
        <p:grpSpPr>
          <a:xfrm>
            <a:off x="4821377" y="3962393"/>
            <a:ext cx="232755" cy="246610"/>
            <a:chOff x="7237615" y="2781992"/>
            <a:chExt cx="532014" cy="512618"/>
          </a:xfrm>
        </p:grpSpPr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E9D5A629-2130-48DA-84EF-4AC40C465B30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3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A755E6BB-27F5-4443-9F4A-2EFF91953880}"/>
                </a:ext>
              </a:extLst>
            </p:cNvPr>
            <p:cNvCxnSpPr>
              <a:cxnSpLocks/>
            </p:cNvCxnSpPr>
            <p:nvPr/>
          </p:nvCxnSpPr>
          <p:spPr>
            <a:xfrm>
              <a:off x="7769629" y="2781993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548E74B2-E484-41E2-9A89-72F65BAEE7D9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3294610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AC7FD158-ACA9-4C1F-80C9-4B5146563551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2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7BFE273-075B-42AE-9A51-97C32430BA30}"/>
              </a:ext>
            </a:extLst>
          </p:cNvPr>
          <p:cNvGrpSpPr/>
          <p:nvPr/>
        </p:nvGrpSpPr>
        <p:grpSpPr>
          <a:xfrm>
            <a:off x="2432856" y="2670232"/>
            <a:ext cx="343593" cy="254924"/>
            <a:chOff x="7237615" y="2781992"/>
            <a:chExt cx="532014" cy="512618"/>
          </a:xfrm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2671E97-FF38-4E09-AFD2-EC8BB792C08A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3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50AE0B83-C5BF-4D7B-8473-0119988EB402}"/>
                </a:ext>
              </a:extLst>
            </p:cNvPr>
            <p:cNvCxnSpPr>
              <a:cxnSpLocks/>
            </p:cNvCxnSpPr>
            <p:nvPr/>
          </p:nvCxnSpPr>
          <p:spPr>
            <a:xfrm>
              <a:off x="7769629" y="2781993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266AC315-8493-41D6-BF95-95B6C3B15626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3294610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3A65DFA5-F578-4DE3-9485-4FE95B3D05D4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2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85E244D6-F45F-43D0-903F-7C6293A144D5}"/>
              </a:ext>
            </a:extLst>
          </p:cNvPr>
          <p:cNvGrpSpPr/>
          <p:nvPr/>
        </p:nvGrpSpPr>
        <p:grpSpPr>
          <a:xfrm>
            <a:off x="2815241" y="2671156"/>
            <a:ext cx="728751" cy="254924"/>
            <a:chOff x="7237615" y="2781992"/>
            <a:chExt cx="532014" cy="512618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F433A922-AD28-417F-A2BA-1B0AF2B6F637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3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A2F4C439-C838-4A62-91ED-89B5DB5FE48C}"/>
                </a:ext>
              </a:extLst>
            </p:cNvPr>
            <p:cNvCxnSpPr>
              <a:cxnSpLocks/>
            </p:cNvCxnSpPr>
            <p:nvPr/>
          </p:nvCxnSpPr>
          <p:spPr>
            <a:xfrm>
              <a:off x="7769629" y="2781993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AB055753-C095-4166-B20C-2B4A61EB3C26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3294610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F039E559-6AF9-4CDC-BD8D-E3B5C4403D47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2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F62305E-C0FF-405B-9F8C-C094B10E9DF4}"/>
              </a:ext>
            </a:extLst>
          </p:cNvPr>
          <p:cNvGrpSpPr/>
          <p:nvPr/>
        </p:nvGrpSpPr>
        <p:grpSpPr>
          <a:xfrm>
            <a:off x="3543992" y="2671156"/>
            <a:ext cx="343593" cy="254924"/>
            <a:chOff x="7237615" y="2781992"/>
            <a:chExt cx="532014" cy="512618"/>
          </a:xfrm>
        </p:grpSpPr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CA12D72A-C3F1-48E0-A732-1DCA88EF859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3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F79ED34F-740E-44BD-9AEA-1D509E4A840F}"/>
                </a:ext>
              </a:extLst>
            </p:cNvPr>
            <p:cNvCxnSpPr>
              <a:cxnSpLocks/>
            </p:cNvCxnSpPr>
            <p:nvPr/>
          </p:nvCxnSpPr>
          <p:spPr>
            <a:xfrm>
              <a:off x="7769629" y="2781993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51ED0338-FCE3-48A1-B560-E4A4B2F04A30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3294610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0C34AAF9-B49E-45D5-B282-43712EA747BD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2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6301EFF2-EDC8-4DC1-88F7-2ED2C34EEF56}"/>
              </a:ext>
            </a:extLst>
          </p:cNvPr>
          <p:cNvGrpSpPr/>
          <p:nvPr/>
        </p:nvGrpSpPr>
        <p:grpSpPr>
          <a:xfrm>
            <a:off x="5115089" y="3014752"/>
            <a:ext cx="382392" cy="414145"/>
            <a:chOff x="7237615" y="2781992"/>
            <a:chExt cx="532014" cy="512618"/>
          </a:xfrm>
        </p:grpSpPr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BA84C82E-167E-489F-A794-E7D965B5852B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3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1D7B7A1F-3EBB-4552-AAFD-F33C2D4B3D6A}"/>
                </a:ext>
              </a:extLst>
            </p:cNvPr>
            <p:cNvCxnSpPr>
              <a:cxnSpLocks/>
            </p:cNvCxnSpPr>
            <p:nvPr/>
          </p:nvCxnSpPr>
          <p:spPr>
            <a:xfrm>
              <a:off x="7769629" y="2781993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10A357E4-4F19-4CF0-8135-87866A4368E4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3294610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2B087C00-FDA7-4CCE-A2AD-7104BD8F525C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2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573E6EB7-F978-4D4A-92D1-CCBB7FB967E3}"/>
              </a:ext>
            </a:extLst>
          </p:cNvPr>
          <p:cNvCxnSpPr/>
          <p:nvPr/>
        </p:nvCxnSpPr>
        <p:spPr>
          <a:xfrm>
            <a:off x="5497481" y="3247506"/>
            <a:ext cx="98644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9CAA1C2F-08AE-4FD9-89F5-B2B10F29607F}"/>
              </a:ext>
            </a:extLst>
          </p:cNvPr>
          <p:cNvCxnSpPr>
            <a:cxnSpLocks/>
          </p:cNvCxnSpPr>
          <p:nvPr/>
        </p:nvCxnSpPr>
        <p:spPr>
          <a:xfrm flipH="1">
            <a:off x="1803400" y="3439326"/>
            <a:ext cx="838432" cy="609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3D793277-AD84-4FA5-B0BF-223E8F022912}"/>
              </a:ext>
            </a:extLst>
          </p:cNvPr>
          <p:cNvCxnSpPr>
            <a:cxnSpLocks/>
          </p:cNvCxnSpPr>
          <p:nvPr/>
        </p:nvCxnSpPr>
        <p:spPr>
          <a:xfrm>
            <a:off x="4937753" y="4085698"/>
            <a:ext cx="1052951" cy="116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2C5251A3-802C-437D-96D4-F7A6D9F0DF38}"/>
              </a:ext>
            </a:extLst>
          </p:cNvPr>
          <p:cNvCxnSpPr>
            <a:cxnSpLocks/>
          </p:cNvCxnSpPr>
          <p:nvPr/>
        </p:nvCxnSpPr>
        <p:spPr>
          <a:xfrm>
            <a:off x="4937753" y="3592482"/>
            <a:ext cx="1111139" cy="69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CA3B28C3-A571-4519-A97B-6F0856829CB2}"/>
              </a:ext>
            </a:extLst>
          </p:cNvPr>
          <p:cNvCxnSpPr>
            <a:cxnSpLocks/>
          </p:cNvCxnSpPr>
          <p:nvPr/>
        </p:nvCxnSpPr>
        <p:spPr>
          <a:xfrm rot="5400000">
            <a:off x="4105135" y="4068361"/>
            <a:ext cx="818751" cy="374067"/>
          </a:xfrm>
          <a:prstGeom prst="bentConnector3">
            <a:avLst>
              <a:gd name="adj1" fmla="val 6396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106287B4-3D3B-4438-8F5F-3ECE7B64D0DB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70872" y="3859570"/>
            <a:ext cx="814720" cy="787620"/>
          </a:xfrm>
          <a:prstGeom prst="bentConnector3">
            <a:avLst>
              <a:gd name="adj1" fmla="val 6169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A4AC30FA-9629-44A6-BF9C-151CD0C854C0}"/>
              </a:ext>
            </a:extLst>
          </p:cNvPr>
          <p:cNvCxnSpPr/>
          <p:nvPr/>
        </p:nvCxnSpPr>
        <p:spPr>
          <a:xfrm flipV="1">
            <a:off x="2604652" y="1595120"/>
            <a:ext cx="0" cy="107511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996F8E6A-E0BA-4539-86B9-0F414FB8468F}"/>
              </a:ext>
            </a:extLst>
          </p:cNvPr>
          <p:cNvCxnSpPr/>
          <p:nvPr/>
        </p:nvCxnSpPr>
        <p:spPr>
          <a:xfrm flipV="1">
            <a:off x="3214715" y="1595120"/>
            <a:ext cx="0" cy="10861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BAEEE17A-B8F0-40B8-852C-FAF9EE80AB90}"/>
              </a:ext>
            </a:extLst>
          </p:cNvPr>
          <p:cNvCxnSpPr>
            <a:cxnSpLocks/>
          </p:cNvCxnSpPr>
          <p:nvPr/>
        </p:nvCxnSpPr>
        <p:spPr>
          <a:xfrm flipH="1" flipV="1">
            <a:off x="3754581" y="1595120"/>
            <a:ext cx="1" cy="10760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4" name="文本框 93">
            <a:extLst>
              <a:ext uri="{FF2B5EF4-FFF2-40B4-BE49-F238E27FC236}">
                <a16:creationId xmlns:a16="http://schemas.microsoft.com/office/drawing/2014/main" id="{C8316541-FCA0-4F75-8EAA-BC8C8674E675}"/>
              </a:ext>
            </a:extLst>
          </p:cNvPr>
          <p:cNvSpPr txBox="1"/>
          <p:nvPr/>
        </p:nvSpPr>
        <p:spPr>
          <a:xfrm>
            <a:off x="6395258" y="3070648"/>
            <a:ext cx="1778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电位器（参数控制）</a:t>
            </a: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41DF3704-8F98-49E8-9EFC-0D6C861F04A3}"/>
              </a:ext>
            </a:extLst>
          </p:cNvPr>
          <p:cNvSpPr txBox="1"/>
          <p:nvPr/>
        </p:nvSpPr>
        <p:spPr>
          <a:xfrm>
            <a:off x="5968535" y="3445421"/>
            <a:ext cx="13873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幅值有效按键</a:t>
            </a: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4E63FC1B-2CEA-4912-868D-C5CFCA21A45F}"/>
              </a:ext>
            </a:extLst>
          </p:cNvPr>
          <p:cNvSpPr txBox="1"/>
          <p:nvPr/>
        </p:nvSpPr>
        <p:spPr>
          <a:xfrm>
            <a:off x="1260762" y="3291532"/>
            <a:ext cx="753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复位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822369FF-3B9B-4E81-88A7-74257E30193B}"/>
              </a:ext>
            </a:extLst>
          </p:cNvPr>
          <p:cNvSpPr txBox="1"/>
          <p:nvPr/>
        </p:nvSpPr>
        <p:spPr>
          <a:xfrm>
            <a:off x="5952697" y="3941476"/>
            <a:ext cx="1463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占空比有效按键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7EE1056-82FC-4814-B82C-27F61F74067D}"/>
              </a:ext>
            </a:extLst>
          </p:cNvPr>
          <p:cNvSpPr txBox="1"/>
          <p:nvPr/>
        </p:nvSpPr>
        <p:spPr>
          <a:xfrm>
            <a:off x="5163693" y="4715246"/>
            <a:ext cx="980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波形切换信号</a:t>
            </a:r>
            <a:endParaRPr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B1EB60B6-0DAC-4D96-94B2-C8FA19DC8F4E}"/>
              </a:ext>
            </a:extLst>
          </p:cNvPr>
          <p:cNvSpPr txBox="1"/>
          <p:nvPr/>
        </p:nvSpPr>
        <p:spPr>
          <a:xfrm>
            <a:off x="3920825" y="4715246"/>
            <a:ext cx="900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频率有效按键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D0D032A-9800-4CA2-A8F3-27C48040C710}"/>
              </a:ext>
            </a:extLst>
          </p:cNvPr>
          <p:cNvSpPr txBox="1"/>
          <p:nvPr/>
        </p:nvSpPr>
        <p:spPr>
          <a:xfrm>
            <a:off x="2200565" y="1127980"/>
            <a:ext cx="753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波形</a:t>
            </a:r>
            <a:endParaRPr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502D0E8-6A12-4144-BCCE-F257AA76CFF3}"/>
              </a:ext>
            </a:extLst>
          </p:cNvPr>
          <p:cNvSpPr txBox="1"/>
          <p:nvPr/>
        </p:nvSpPr>
        <p:spPr>
          <a:xfrm>
            <a:off x="2517368" y="4534876"/>
            <a:ext cx="753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</a:t>
            </a:r>
            <a:endParaRPr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指示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2B0B384-6E7B-4862-B070-A55BC08D0492}"/>
              </a:ext>
            </a:extLst>
          </p:cNvPr>
          <p:cNvSpPr txBox="1"/>
          <p:nvPr/>
        </p:nvSpPr>
        <p:spPr>
          <a:xfrm>
            <a:off x="3487417" y="1127979"/>
            <a:ext cx="674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单位显示</a:t>
            </a:r>
          </a:p>
        </p:txBody>
      </p: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4B495B98-52C1-47A4-B505-18B938E341CE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5178817" y="3839088"/>
            <a:ext cx="986446" cy="889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id="{988AFD9C-34D2-4E00-9F8A-5D33EBF7E4DE}"/>
              </a:ext>
            </a:extLst>
          </p:cNvPr>
          <p:cNvSpPr txBox="1"/>
          <p:nvPr/>
        </p:nvSpPr>
        <p:spPr>
          <a:xfrm>
            <a:off x="6165263" y="3694098"/>
            <a:ext cx="1463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偏移有效按键</a:t>
            </a: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2A72BE69-D689-420D-AF15-B8C4638D93E0}"/>
              </a:ext>
            </a:extLst>
          </p:cNvPr>
          <p:cNvGrpSpPr/>
          <p:nvPr/>
        </p:nvGrpSpPr>
        <p:grpSpPr>
          <a:xfrm>
            <a:off x="2432856" y="3584163"/>
            <a:ext cx="1111136" cy="254924"/>
            <a:chOff x="7237615" y="2781992"/>
            <a:chExt cx="532014" cy="512618"/>
          </a:xfrm>
        </p:grpSpPr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CE09B98A-F443-4EBC-A992-DB00B086AA1A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3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374CA235-2A96-4F9B-9B76-1F35E3A19E0C}"/>
                </a:ext>
              </a:extLst>
            </p:cNvPr>
            <p:cNvCxnSpPr>
              <a:cxnSpLocks/>
            </p:cNvCxnSpPr>
            <p:nvPr/>
          </p:nvCxnSpPr>
          <p:spPr>
            <a:xfrm>
              <a:off x="7769629" y="2781993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822DB387-E910-41CE-BF60-FCCD3A0B9A8E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3294610"/>
              <a:ext cx="53201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F1521FA2-4447-44A5-8CD0-AD5E6AA8A30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615" y="2781992"/>
              <a:ext cx="0" cy="512617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DC74CAE3-75A6-4F27-9AA0-8BF14156DB85}"/>
              </a:ext>
            </a:extLst>
          </p:cNvPr>
          <p:cNvCxnSpPr>
            <a:cxnSpLocks/>
          </p:cNvCxnSpPr>
          <p:nvPr/>
        </p:nvCxnSpPr>
        <p:spPr>
          <a:xfrm>
            <a:off x="2894212" y="3839087"/>
            <a:ext cx="0" cy="67703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48356A91-01D1-4C9B-9ECA-D3018F7F8C8D}"/>
              </a:ext>
            </a:extLst>
          </p:cNvPr>
          <p:cNvSpPr txBox="1"/>
          <p:nvPr/>
        </p:nvSpPr>
        <p:spPr>
          <a:xfrm>
            <a:off x="2837408" y="1127979"/>
            <a:ext cx="7536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参数</a:t>
            </a:r>
            <a:endParaRPr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</a:p>
        </p:txBody>
      </p:sp>
    </p:spTree>
    <p:extLst>
      <p:ext uri="{BB962C8B-B14F-4D97-AF65-F5344CB8AC3E}">
        <p14:creationId xmlns:p14="http://schemas.microsoft.com/office/powerpoint/2010/main" val="929087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B14C73B-2FB1-4A7C-A439-E84339CE0A13}"/>
              </a:ext>
            </a:extLst>
          </p:cNvPr>
          <p:cNvSpPr/>
          <p:nvPr/>
        </p:nvSpPr>
        <p:spPr>
          <a:xfrm>
            <a:off x="4356666" y="824051"/>
            <a:ext cx="3163510" cy="747298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/>
              <a:t>顶层文件</a:t>
            </a:r>
            <a:r>
              <a:rPr lang="en-US" altLang="zh-CN" sz="2600" b="1" dirty="0"/>
              <a:t>(</a:t>
            </a:r>
            <a:r>
              <a:rPr lang="en-US" altLang="zh-CN" sz="2600" b="1" dirty="0" err="1"/>
              <a:t>top_dds.v</a:t>
            </a:r>
            <a:r>
              <a:rPr lang="en-US" altLang="zh-CN" sz="2600" b="1" dirty="0"/>
              <a:t>)</a:t>
            </a:r>
            <a:endParaRPr lang="zh-CN" altLang="en-US" sz="26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A409C7-E686-408A-BBDD-31F8C72DA573}"/>
              </a:ext>
            </a:extLst>
          </p:cNvPr>
          <p:cNvSpPr/>
          <p:nvPr/>
        </p:nvSpPr>
        <p:spPr>
          <a:xfrm>
            <a:off x="2065401" y="1867496"/>
            <a:ext cx="2646878" cy="828133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按键与状态机模块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top_key_and_FSM.v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8F95FA9-03AD-4BED-AD29-EF4360E9F836}"/>
              </a:ext>
            </a:extLst>
          </p:cNvPr>
          <p:cNvSpPr/>
          <p:nvPr/>
        </p:nvSpPr>
        <p:spPr>
          <a:xfrm>
            <a:off x="6514964" y="1856367"/>
            <a:ext cx="2888468" cy="828132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波形发生模块</a:t>
            </a:r>
            <a:r>
              <a:rPr lang="en-US" altLang="zh-CN" sz="2000" b="1" dirty="0"/>
              <a:t>(</a:t>
            </a:r>
            <a:r>
              <a:rPr lang="en-US" altLang="zh-CN" sz="2000" b="1" dirty="0" err="1"/>
              <a:t>top_wave.v</a:t>
            </a:r>
            <a:r>
              <a:rPr lang="en-US" altLang="zh-CN" sz="2000" b="1" dirty="0"/>
              <a:t>)</a:t>
            </a:r>
            <a:endParaRPr lang="zh-CN" altLang="en-US" sz="20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CCD633-EF9D-40EA-A95A-2CA646D9EAE3}"/>
              </a:ext>
            </a:extLst>
          </p:cNvPr>
          <p:cNvSpPr/>
          <p:nvPr/>
        </p:nvSpPr>
        <p:spPr>
          <a:xfrm>
            <a:off x="1934431" y="2998439"/>
            <a:ext cx="1358283" cy="828134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按键模块</a:t>
            </a:r>
            <a:r>
              <a:rPr lang="en-US" altLang="zh-CN" b="1" dirty="0"/>
              <a:t>(get_5key.v)</a:t>
            </a:r>
            <a:endParaRPr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17C9A5-6208-49F8-8E0A-6E5C6B253E79}"/>
              </a:ext>
            </a:extLst>
          </p:cNvPr>
          <p:cNvSpPr/>
          <p:nvPr/>
        </p:nvSpPr>
        <p:spPr>
          <a:xfrm>
            <a:off x="3468154" y="3005102"/>
            <a:ext cx="1467022" cy="828134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状态机模块</a:t>
            </a:r>
            <a:r>
              <a:rPr lang="en-US" altLang="zh-CN" b="1" dirty="0"/>
              <a:t>(FSM_5key.v)</a:t>
            </a:r>
            <a:endParaRPr lang="zh-CN" altLang="en-US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B6E7B3-C7CC-42F1-9ABC-06F85544CA31}"/>
              </a:ext>
            </a:extLst>
          </p:cNvPr>
          <p:cNvSpPr/>
          <p:nvPr/>
        </p:nvSpPr>
        <p:spPr>
          <a:xfrm>
            <a:off x="5055254" y="3005102"/>
            <a:ext cx="1940544" cy="828134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XADC</a:t>
            </a:r>
            <a:r>
              <a:rPr lang="zh-CN" altLang="en-US" b="1" dirty="0"/>
              <a:t>模块</a:t>
            </a:r>
            <a:r>
              <a:rPr lang="en-US" altLang="zh-CN" b="1" dirty="0"/>
              <a:t>(</a:t>
            </a:r>
            <a:r>
              <a:rPr lang="en-US" altLang="zh-CN" b="1" dirty="0" err="1"/>
              <a:t>XADC_to_data.v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E0DFFA-932A-4857-AC3B-0BC898AE0F97}"/>
              </a:ext>
            </a:extLst>
          </p:cNvPr>
          <p:cNvSpPr/>
          <p:nvPr/>
        </p:nvSpPr>
        <p:spPr>
          <a:xfrm>
            <a:off x="7049697" y="3005102"/>
            <a:ext cx="1940544" cy="828134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采样脉冲模块</a:t>
            </a:r>
            <a:r>
              <a:rPr lang="en-US" altLang="zh-CN" b="1" dirty="0"/>
              <a:t>(</a:t>
            </a:r>
            <a:r>
              <a:rPr lang="en-US" altLang="zh-CN" b="1" dirty="0" err="1"/>
              <a:t>pulse.v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444A6D-F162-4A2D-A904-CC9D836C0236}"/>
              </a:ext>
            </a:extLst>
          </p:cNvPr>
          <p:cNvSpPr/>
          <p:nvPr/>
        </p:nvSpPr>
        <p:spPr>
          <a:xfrm>
            <a:off x="9044142" y="3005103"/>
            <a:ext cx="1558646" cy="821470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DAC</a:t>
            </a:r>
            <a:r>
              <a:rPr lang="zh-CN" altLang="en-US" b="1" dirty="0"/>
              <a:t>波形模块</a:t>
            </a:r>
            <a:r>
              <a:rPr lang="en-US" altLang="zh-CN" b="1" dirty="0"/>
              <a:t>(</a:t>
            </a:r>
            <a:r>
              <a:rPr lang="en-US" altLang="zh-CN" b="1" dirty="0" err="1"/>
              <a:t>wave.v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A771813-77B4-4CCD-A798-C07DF3CDD7CF}"/>
              </a:ext>
            </a:extLst>
          </p:cNvPr>
          <p:cNvGrpSpPr/>
          <p:nvPr/>
        </p:nvGrpSpPr>
        <p:grpSpPr>
          <a:xfrm>
            <a:off x="1501835" y="4264206"/>
            <a:ext cx="9285030" cy="492496"/>
            <a:chOff x="-55109" y="4550505"/>
            <a:chExt cx="9285030" cy="49249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365BAD-0D3A-4F40-B56B-0D88BF4CD4B1}"/>
                </a:ext>
              </a:extLst>
            </p:cNvPr>
            <p:cNvSpPr/>
            <p:nvPr/>
          </p:nvSpPr>
          <p:spPr>
            <a:xfrm>
              <a:off x="6937314" y="4550505"/>
              <a:ext cx="1174675" cy="483337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/>
                <a:t>三角波模块</a:t>
              </a:r>
              <a:r>
                <a:rPr lang="en-US" altLang="zh-CN" sz="1000" b="1" dirty="0"/>
                <a:t>(</a:t>
              </a:r>
              <a:r>
                <a:rPr lang="en-US" altLang="zh-CN" sz="1000" b="1" dirty="0" err="1"/>
                <a:t>triangle_wave.v</a:t>
              </a:r>
              <a:r>
                <a:rPr lang="en-US" altLang="zh-CN" sz="1000" b="1" dirty="0"/>
                <a:t>)</a:t>
              </a:r>
              <a:endParaRPr lang="zh-CN" altLang="en-US" sz="1000" b="1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140EBA4-71C7-4A7C-8979-2BCC1E46DEF8}"/>
                </a:ext>
              </a:extLst>
            </p:cNvPr>
            <p:cNvSpPr/>
            <p:nvPr/>
          </p:nvSpPr>
          <p:spPr>
            <a:xfrm>
              <a:off x="5941328" y="4559664"/>
              <a:ext cx="930784" cy="483337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/>
                <a:t>正弦波模块</a:t>
              </a:r>
              <a:r>
                <a:rPr lang="en-US" altLang="zh-CN" sz="1000" b="1" dirty="0"/>
                <a:t>(</a:t>
              </a:r>
              <a:r>
                <a:rPr lang="en-US" altLang="zh-CN" sz="1000" b="1" dirty="0" err="1"/>
                <a:t>sine_wave.v</a:t>
              </a:r>
              <a:r>
                <a:rPr lang="en-US" altLang="zh-CN" sz="1000" b="1" dirty="0"/>
                <a:t>)</a:t>
              </a:r>
              <a:endParaRPr lang="zh-CN" altLang="en-US" sz="1000" b="1" dirty="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B8A929F-5954-41C4-981B-CD9BC7307F84}"/>
                </a:ext>
              </a:extLst>
            </p:cNvPr>
            <p:cNvSpPr/>
            <p:nvPr/>
          </p:nvSpPr>
          <p:spPr>
            <a:xfrm>
              <a:off x="4813286" y="4552880"/>
              <a:ext cx="1100831" cy="483337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/>
                <a:t>方波模块</a:t>
              </a:r>
              <a:r>
                <a:rPr lang="en-US" altLang="zh-CN" sz="1000" b="1" dirty="0"/>
                <a:t>(</a:t>
              </a:r>
              <a:r>
                <a:rPr lang="en-US" altLang="zh-CN" sz="1000" b="1" dirty="0" err="1"/>
                <a:t>square_wave.v</a:t>
              </a:r>
              <a:r>
                <a:rPr lang="en-US" altLang="zh-CN" sz="1000" b="1" dirty="0"/>
                <a:t>)</a:t>
              </a:r>
              <a:endParaRPr lang="zh-CN" altLang="en-US" sz="1000" b="1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9EA77D0-5622-42CB-8113-D930EEC535D2}"/>
                </a:ext>
              </a:extLst>
            </p:cNvPr>
            <p:cNvSpPr/>
            <p:nvPr/>
          </p:nvSpPr>
          <p:spPr>
            <a:xfrm>
              <a:off x="8165626" y="4550505"/>
              <a:ext cx="1064295" cy="483337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/>
                <a:t>波形选择模块</a:t>
              </a:r>
              <a:r>
                <a:rPr lang="en-US" altLang="zh-CN" sz="1000" b="1" dirty="0"/>
                <a:t>(</a:t>
              </a:r>
              <a:r>
                <a:rPr lang="en-US" altLang="zh-CN" sz="1000" b="1" dirty="0" err="1"/>
                <a:t>select_wave.v</a:t>
              </a:r>
              <a:r>
                <a:rPr lang="en-US" altLang="zh-CN" sz="1000" b="1" dirty="0"/>
                <a:t>)</a:t>
              </a:r>
              <a:endParaRPr lang="zh-CN" altLang="en-US" sz="1000" b="1" dirty="0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4CDDFA2C-F0AB-4829-8370-47B61994246D}"/>
                </a:ext>
              </a:extLst>
            </p:cNvPr>
            <p:cNvSpPr/>
            <p:nvPr/>
          </p:nvSpPr>
          <p:spPr>
            <a:xfrm>
              <a:off x="-55109" y="4554731"/>
              <a:ext cx="1358283" cy="483336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XADC</a:t>
              </a:r>
              <a:r>
                <a:rPr lang="zh-CN" altLang="en-US" sz="1000" b="1" dirty="0"/>
                <a:t>模块</a:t>
              </a:r>
              <a:r>
                <a:rPr lang="en-US" altLang="zh-CN" sz="1000" b="1" dirty="0"/>
                <a:t>(XADC_channel_1.v)</a:t>
              </a:r>
              <a:endParaRPr lang="zh-CN" altLang="en-US" sz="1000" b="1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28DA130F-4BD3-470A-89FA-7D441125B47B}"/>
                </a:ext>
              </a:extLst>
            </p:cNvPr>
            <p:cNvSpPr/>
            <p:nvPr/>
          </p:nvSpPr>
          <p:spPr>
            <a:xfrm>
              <a:off x="1341233" y="4554731"/>
              <a:ext cx="1043995" cy="483336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XADC</a:t>
              </a:r>
              <a:r>
                <a:rPr lang="zh-CN" altLang="en-US" sz="1000" b="1" dirty="0"/>
                <a:t>输出模块</a:t>
              </a:r>
              <a:r>
                <a:rPr lang="en-US" altLang="zh-CN" sz="1000" b="1" dirty="0"/>
                <a:t>(</a:t>
              </a:r>
              <a:r>
                <a:rPr lang="en-US" altLang="zh-CN" sz="1000" b="1" dirty="0" err="1"/>
                <a:t>data_output.v</a:t>
              </a:r>
              <a:r>
                <a:rPr lang="en-US" altLang="zh-CN" sz="1000" b="1" dirty="0"/>
                <a:t>)</a:t>
              </a:r>
              <a:endParaRPr lang="zh-CN" altLang="en-US" sz="1000" b="1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13DB579F-9373-4AAB-B4F5-0059C3AEB06C}"/>
                </a:ext>
              </a:extLst>
            </p:cNvPr>
            <p:cNvSpPr/>
            <p:nvPr/>
          </p:nvSpPr>
          <p:spPr>
            <a:xfrm>
              <a:off x="2454209" y="4554731"/>
              <a:ext cx="1043995" cy="483336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b="1" dirty="0"/>
                <a:t>2</a:t>
              </a:r>
              <a:r>
                <a:rPr lang="zh-CN" altLang="en-US" sz="1000" b="1" dirty="0"/>
                <a:t>进制转换模块</a:t>
              </a:r>
              <a:r>
                <a:rPr lang="en-US" altLang="zh-CN" sz="1000" b="1" dirty="0"/>
                <a:t>(bin2BCD.v)</a:t>
              </a:r>
              <a:endParaRPr lang="zh-CN" altLang="en-US" sz="1000" b="1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4994C72-19D0-4BF7-9B9C-60602020A57E}"/>
                </a:ext>
              </a:extLst>
            </p:cNvPr>
            <p:cNvSpPr/>
            <p:nvPr/>
          </p:nvSpPr>
          <p:spPr>
            <a:xfrm>
              <a:off x="3536263" y="4554731"/>
              <a:ext cx="1244580" cy="483336"/>
            </a:xfrm>
            <a:prstGeom prst="rect">
              <a:avLst/>
            </a:prstGeom>
            <a:gradFill>
              <a:gsLst>
                <a:gs pos="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b="1" dirty="0"/>
                <a:t>数码管显示模块</a:t>
              </a:r>
              <a:r>
                <a:rPr lang="en-US" altLang="zh-CN" sz="1000" b="1" dirty="0"/>
                <a:t>(</a:t>
              </a:r>
              <a:r>
                <a:rPr lang="en-US" altLang="zh-CN" sz="1000" b="1" dirty="0" err="1"/>
                <a:t>show_high_low.v</a:t>
              </a:r>
              <a:r>
                <a:rPr lang="en-US" altLang="zh-CN" sz="1000" b="1" dirty="0"/>
                <a:t>)</a:t>
              </a:r>
              <a:endParaRPr lang="zh-CN" altLang="en-US" sz="1000" b="1" dirty="0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BB2DEF6C-3009-49AF-893F-58D9CD92D69C}"/>
              </a:ext>
            </a:extLst>
          </p:cNvPr>
          <p:cNvSpPr/>
          <p:nvPr/>
        </p:nvSpPr>
        <p:spPr>
          <a:xfrm>
            <a:off x="1571389" y="5202837"/>
            <a:ext cx="1219174" cy="483336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1" dirty="0"/>
              <a:t>XADC</a:t>
            </a:r>
            <a:r>
              <a:rPr lang="zh-CN" altLang="en-US" sz="1000" b="1" dirty="0"/>
              <a:t>的</a:t>
            </a:r>
            <a:r>
              <a:rPr lang="en-US" altLang="zh-CN" sz="1000" b="1" dirty="0"/>
              <a:t>IP</a:t>
            </a:r>
            <a:r>
              <a:rPr lang="zh-CN" altLang="en-US" sz="1000" b="1" dirty="0"/>
              <a:t>核</a:t>
            </a:r>
            <a:r>
              <a:rPr lang="en-US" altLang="zh-CN" sz="1000" b="1" dirty="0"/>
              <a:t>(xadc_wiz_0.v)</a:t>
            </a:r>
            <a:endParaRPr lang="zh-CN" altLang="en-US" sz="1000" b="1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C41E59-FBB5-4688-A879-681EC818ADD8}"/>
              </a:ext>
            </a:extLst>
          </p:cNvPr>
          <p:cNvSpPr/>
          <p:nvPr/>
        </p:nvSpPr>
        <p:spPr>
          <a:xfrm>
            <a:off x="4586670" y="5231405"/>
            <a:ext cx="1013073" cy="483336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输出转换模块</a:t>
            </a:r>
            <a:r>
              <a:rPr lang="en-US" altLang="zh-CN" sz="1000" b="1" dirty="0"/>
              <a:t>(</a:t>
            </a:r>
            <a:r>
              <a:rPr lang="en-US" altLang="zh-CN" sz="1000" b="1" dirty="0" err="1"/>
              <a:t>convert.v</a:t>
            </a:r>
            <a:r>
              <a:rPr lang="en-US" altLang="zh-CN" sz="1000" b="1" dirty="0"/>
              <a:t>)</a:t>
            </a:r>
            <a:endParaRPr lang="zh-CN" altLang="en-US" sz="1000" b="1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91B7F1-24C4-494B-A554-A9020FF33BFD}"/>
              </a:ext>
            </a:extLst>
          </p:cNvPr>
          <p:cNvSpPr/>
          <p:nvPr/>
        </p:nvSpPr>
        <p:spPr>
          <a:xfrm>
            <a:off x="5740853" y="5231405"/>
            <a:ext cx="1157330" cy="483336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单个数码管模块</a:t>
            </a:r>
            <a:r>
              <a:rPr lang="en-US" altLang="zh-CN" sz="1000" b="1" dirty="0"/>
              <a:t>(show_4_digit.v)</a:t>
            </a:r>
            <a:endParaRPr lang="zh-CN" altLang="en-US" sz="1000" b="1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75DDE2-474E-41BE-8EA5-F404422F84C0}"/>
              </a:ext>
            </a:extLst>
          </p:cNvPr>
          <p:cNvSpPr/>
          <p:nvPr/>
        </p:nvSpPr>
        <p:spPr>
          <a:xfrm>
            <a:off x="7265271" y="5201842"/>
            <a:ext cx="1387853" cy="483336"/>
          </a:xfrm>
          <a:prstGeom prst="rect">
            <a:avLst/>
          </a:prstGeom>
          <a:gradFill>
            <a:gsLst>
              <a:gs pos="0">
                <a:srgbClr val="E30613">
                  <a:alpha val="79000"/>
                </a:srgbClr>
              </a:gs>
              <a:gs pos="100000">
                <a:srgbClr val="81040B">
                  <a:alpha val="76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b="1" dirty="0"/>
              <a:t>正弦波</a:t>
            </a:r>
            <a:r>
              <a:rPr lang="en-US" altLang="zh-CN" sz="1000" b="1" dirty="0"/>
              <a:t>ROM</a:t>
            </a:r>
            <a:r>
              <a:rPr lang="zh-CN" altLang="en-US" sz="1000" b="1" dirty="0"/>
              <a:t>的</a:t>
            </a:r>
            <a:r>
              <a:rPr lang="en-US" altLang="zh-CN" sz="1000" b="1" dirty="0"/>
              <a:t>IP</a:t>
            </a:r>
            <a:r>
              <a:rPr lang="zh-CN" altLang="en-US" sz="1000" b="1" dirty="0"/>
              <a:t>核</a:t>
            </a:r>
            <a:r>
              <a:rPr lang="en-US" altLang="zh-CN" sz="1000" b="1" dirty="0"/>
              <a:t> (dist_men_gen_0.v)</a:t>
            </a:r>
            <a:endParaRPr lang="zh-CN" altLang="en-US" sz="1000" b="1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69630D9-1AB6-4B2B-A0DC-1FCFA227A7F1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3388840" y="1571349"/>
            <a:ext cx="2549581" cy="296147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3CA040B-EAC1-4691-B0C3-624D83E9640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938421" y="1571349"/>
            <a:ext cx="2020777" cy="285018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DB5B5B9-B6F9-4217-8F13-D0672D275B1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2613573" y="2695629"/>
            <a:ext cx="775267" cy="302810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D9654C8D-59BC-4EB4-8F52-8C576D842279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388840" y="2695629"/>
            <a:ext cx="812825" cy="309473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E31EACF-1048-4B25-817D-4CE75872A3AF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6025526" y="2684499"/>
            <a:ext cx="1933672" cy="320603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62FC9F20-121E-42B3-9D60-8C39C721FAED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7959198" y="2684499"/>
            <a:ext cx="60771" cy="320603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C03AFF6A-D8DD-4527-9E2F-05137C2EB275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7959198" y="2684499"/>
            <a:ext cx="1864267" cy="320604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8E6CBB0-824D-447F-9CAC-6178B227ACB5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9823465" y="3826573"/>
            <a:ext cx="431253" cy="437633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A4E557E-0E31-4C0A-8D3E-46A01DF0D8FB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9081596" y="3826573"/>
            <a:ext cx="741869" cy="437633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492D4FF-2E65-409D-A874-CEF9D6503E77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7963664" y="3826573"/>
            <a:ext cx="1859801" cy="446792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CBC8A67-48FA-4154-9F85-FB6C0876D2FD}"/>
              </a:ext>
            </a:extLst>
          </p:cNvPr>
          <p:cNvCxnSpPr>
            <a:cxnSpLocks/>
          </p:cNvCxnSpPr>
          <p:nvPr/>
        </p:nvCxnSpPr>
        <p:spPr>
          <a:xfrm flipH="1">
            <a:off x="6869934" y="3798421"/>
            <a:ext cx="2953531" cy="455185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4BFCBD28-41F7-4449-ADE6-75A3A0F04E7F}"/>
              </a:ext>
            </a:extLst>
          </p:cNvPr>
          <p:cNvCxnSpPr>
            <a:cxnSpLocks/>
            <a:stCxn id="9" idx="2"/>
            <a:endCxn id="17" idx="0"/>
          </p:cNvCxnSpPr>
          <p:nvPr/>
        </p:nvCxnSpPr>
        <p:spPr>
          <a:xfrm flipH="1">
            <a:off x="2180977" y="3833236"/>
            <a:ext cx="3844549" cy="435196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8543FB0-254F-4372-AB04-9FB3AAADB05B}"/>
              </a:ext>
            </a:extLst>
          </p:cNvPr>
          <p:cNvCxnSpPr>
            <a:cxnSpLocks/>
            <a:stCxn id="9" idx="2"/>
            <a:endCxn id="18" idx="0"/>
          </p:cNvCxnSpPr>
          <p:nvPr/>
        </p:nvCxnSpPr>
        <p:spPr>
          <a:xfrm flipH="1">
            <a:off x="3420175" y="3833236"/>
            <a:ext cx="2605351" cy="435196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4375D50-2EEE-4D18-8EDA-57B56DA0CBD3}"/>
              </a:ext>
            </a:extLst>
          </p:cNvPr>
          <p:cNvCxnSpPr>
            <a:cxnSpLocks/>
            <a:stCxn id="9" idx="2"/>
            <a:endCxn id="19" idx="0"/>
          </p:cNvCxnSpPr>
          <p:nvPr/>
        </p:nvCxnSpPr>
        <p:spPr>
          <a:xfrm flipH="1">
            <a:off x="4533151" y="3833236"/>
            <a:ext cx="1492375" cy="435196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CB2802F-9FE1-4682-A6D7-46E6CE4226FC}"/>
              </a:ext>
            </a:extLst>
          </p:cNvPr>
          <p:cNvCxnSpPr>
            <a:cxnSpLocks/>
            <a:stCxn id="9" idx="2"/>
            <a:endCxn id="20" idx="0"/>
          </p:cNvCxnSpPr>
          <p:nvPr/>
        </p:nvCxnSpPr>
        <p:spPr>
          <a:xfrm flipH="1">
            <a:off x="5715497" y="3833236"/>
            <a:ext cx="310029" cy="435196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60C58E92-5CB9-4A2A-A1FF-BA1BFBDDD6EB}"/>
              </a:ext>
            </a:extLst>
          </p:cNvPr>
          <p:cNvCxnSpPr>
            <a:cxnSpLocks/>
            <a:stCxn id="17" idx="2"/>
            <a:endCxn id="21" idx="0"/>
          </p:cNvCxnSpPr>
          <p:nvPr/>
        </p:nvCxnSpPr>
        <p:spPr>
          <a:xfrm flipH="1">
            <a:off x="2180976" y="4751768"/>
            <a:ext cx="1" cy="451069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179D069D-B11C-41FC-A5D2-F5B90595C099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 flipH="1">
            <a:off x="5093207" y="4751768"/>
            <a:ext cx="622290" cy="479637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03E9805B-4A54-45D9-BEB8-716B50F90451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5715497" y="4751768"/>
            <a:ext cx="604021" cy="479637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2CC1CE7-C431-4FBF-8083-02610043CED8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flipH="1">
            <a:off x="7959198" y="4756702"/>
            <a:ext cx="4466" cy="445140"/>
          </a:xfrm>
          <a:prstGeom prst="line">
            <a:avLst/>
          </a:prstGeom>
          <a:ln w="444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719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: 圆角 4">
            <a:extLst>
              <a:ext uri="{FF2B5EF4-FFF2-40B4-BE49-F238E27FC236}">
                <a16:creationId xmlns:a16="http://schemas.microsoft.com/office/drawing/2014/main" id="{6A20A7BF-0EEE-48C6-9F27-4B865EC30F2D}"/>
              </a:ext>
            </a:extLst>
          </p:cNvPr>
          <p:cNvSpPr/>
          <p:nvPr/>
        </p:nvSpPr>
        <p:spPr>
          <a:xfrm>
            <a:off x="3805762" y="2415855"/>
            <a:ext cx="1354666" cy="781797"/>
          </a:xfrm>
          <a:prstGeom prst="roundRect">
            <a:avLst>
              <a:gd name="adj" fmla="val 34249"/>
            </a:avLst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09F541-3B4C-40B3-AA6E-6F016892397E}"/>
              </a:ext>
            </a:extLst>
          </p:cNvPr>
          <p:cNvSpPr txBox="1"/>
          <p:nvPr/>
        </p:nvSpPr>
        <p:spPr>
          <a:xfrm>
            <a:off x="3936996" y="2483589"/>
            <a:ext cx="117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波形发生器</a:t>
            </a:r>
          </a:p>
        </p:txBody>
      </p:sp>
      <p:sp>
        <p:nvSpPr>
          <p:cNvPr id="9" name="箭头: 圆角右 8">
            <a:extLst>
              <a:ext uri="{FF2B5EF4-FFF2-40B4-BE49-F238E27FC236}">
                <a16:creationId xmlns:a16="http://schemas.microsoft.com/office/drawing/2014/main" id="{26CB0513-80BF-46FC-AD11-FD839D3185C9}"/>
              </a:ext>
            </a:extLst>
          </p:cNvPr>
          <p:cNvSpPr/>
          <p:nvPr/>
        </p:nvSpPr>
        <p:spPr>
          <a:xfrm>
            <a:off x="5148787" y="2160423"/>
            <a:ext cx="1043517" cy="646331"/>
          </a:xfrm>
          <a:prstGeom prst="bentArrow">
            <a:avLst>
              <a:gd name="adj1" fmla="val 5351"/>
              <a:gd name="adj2" fmla="val 14686"/>
              <a:gd name="adj3" fmla="val 18696"/>
              <a:gd name="adj4" fmla="val 875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3FB3A0D-89C2-48A5-AC21-67671DF44DE5}"/>
              </a:ext>
            </a:extLst>
          </p:cNvPr>
          <p:cNvSpPr/>
          <p:nvPr/>
        </p:nvSpPr>
        <p:spPr>
          <a:xfrm>
            <a:off x="6227228" y="2064588"/>
            <a:ext cx="1043517" cy="380794"/>
          </a:xfrm>
          <a:prstGeom prst="roundRect">
            <a:avLst>
              <a:gd name="adj" fmla="val 34249"/>
            </a:avLst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EF9470-90FC-444B-9D54-772DE113061B}"/>
              </a:ext>
            </a:extLst>
          </p:cNvPr>
          <p:cNvSpPr txBox="1"/>
          <p:nvPr/>
        </p:nvSpPr>
        <p:spPr>
          <a:xfrm>
            <a:off x="6227228" y="2101096"/>
            <a:ext cx="1101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数码管显示</a:t>
            </a:r>
          </a:p>
        </p:txBody>
      </p:sp>
      <p:sp>
        <p:nvSpPr>
          <p:cNvPr id="19" name="箭头: 圆角右 18">
            <a:extLst>
              <a:ext uri="{FF2B5EF4-FFF2-40B4-BE49-F238E27FC236}">
                <a16:creationId xmlns:a16="http://schemas.microsoft.com/office/drawing/2014/main" id="{72757D36-B87B-4882-9317-7DA0C365922B}"/>
              </a:ext>
            </a:extLst>
          </p:cNvPr>
          <p:cNvSpPr/>
          <p:nvPr/>
        </p:nvSpPr>
        <p:spPr>
          <a:xfrm>
            <a:off x="5153022" y="2705368"/>
            <a:ext cx="1039282" cy="223520"/>
          </a:xfrm>
          <a:prstGeom prst="bentArrow">
            <a:avLst>
              <a:gd name="adj1" fmla="val 17187"/>
              <a:gd name="adj2" fmla="val 50000"/>
              <a:gd name="adj3" fmla="val 50000"/>
              <a:gd name="adj4" fmla="val 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2CD83D1-D68A-4359-8ED7-A8E3B29A7CDF}"/>
              </a:ext>
            </a:extLst>
          </p:cNvPr>
          <p:cNvSpPr/>
          <p:nvPr/>
        </p:nvSpPr>
        <p:spPr>
          <a:xfrm>
            <a:off x="6227228" y="2669108"/>
            <a:ext cx="1308100" cy="380794"/>
          </a:xfrm>
          <a:prstGeom prst="roundRect">
            <a:avLst>
              <a:gd name="adj" fmla="val 34249"/>
            </a:avLst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DDE02E1-96C8-4AE0-8C92-2615CDD7D827}"/>
              </a:ext>
            </a:extLst>
          </p:cNvPr>
          <p:cNvSpPr txBox="1"/>
          <p:nvPr/>
        </p:nvSpPr>
        <p:spPr>
          <a:xfrm>
            <a:off x="6227228" y="2705616"/>
            <a:ext cx="130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数模转换</a:t>
            </a:r>
          </a:p>
        </p:txBody>
      </p:sp>
      <p:sp>
        <p:nvSpPr>
          <p:cNvPr id="22" name="箭头: 圆角右 21">
            <a:extLst>
              <a:ext uri="{FF2B5EF4-FFF2-40B4-BE49-F238E27FC236}">
                <a16:creationId xmlns:a16="http://schemas.microsoft.com/office/drawing/2014/main" id="{1427DAB4-F46B-4733-B1A2-B70D018D07E8}"/>
              </a:ext>
            </a:extLst>
          </p:cNvPr>
          <p:cNvSpPr/>
          <p:nvPr/>
        </p:nvSpPr>
        <p:spPr>
          <a:xfrm flipV="1">
            <a:off x="5160428" y="2941101"/>
            <a:ext cx="1043517" cy="536842"/>
          </a:xfrm>
          <a:prstGeom prst="bentArrow">
            <a:avLst>
              <a:gd name="adj1" fmla="val 5351"/>
              <a:gd name="adj2" fmla="val 18779"/>
              <a:gd name="adj3" fmla="val 23363"/>
              <a:gd name="adj4" fmla="val 838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DCDC643-C5A5-4166-AC0A-CD2D7AC8C12E}"/>
              </a:ext>
            </a:extLst>
          </p:cNvPr>
          <p:cNvSpPr/>
          <p:nvPr/>
        </p:nvSpPr>
        <p:spPr>
          <a:xfrm>
            <a:off x="6227228" y="3211613"/>
            <a:ext cx="1043517" cy="380794"/>
          </a:xfrm>
          <a:prstGeom prst="roundRect">
            <a:avLst>
              <a:gd name="adj" fmla="val 34249"/>
            </a:avLst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2B5F518-96F6-4964-BC6A-252024D40E51}"/>
              </a:ext>
            </a:extLst>
          </p:cNvPr>
          <p:cNvSpPr txBox="1"/>
          <p:nvPr/>
        </p:nvSpPr>
        <p:spPr>
          <a:xfrm>
            <a:off x="6227228" y="3248121"/>
            <a:ext cx="1101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灯显示</a:t>
            </a:r>
          </a:p>
        </p:txBody>
      </p:sp>
      <p:sp>
        <p:nvSpPr>
          <p:cNvPr id="25" name="箭头: 圆角右 24">
            <a:extLst>
              <a:ext uri="{FF2B5EF4-FFF2-40B4-BE49-F238E27FC236}">
                <a16:creationId xmlns:a16="http://schemas.microsoft.com/office/drawing/2014/main" id="{32A1D0A5-F24A-4EDE-B3AB-621819DD5205}"/>
              </a:ext>
            </a:extLst>
          </p:cNvPr>
          <p:cNvSpPr/>
          <p:nvPr/>
        </p:nvSpPr>
        <p:spPr>
          <a:xfrm flipH="1">
            <a:off x="3029362" y="2275840"/>
            <a:ext cx="791630" cy="555984"/>
          </a:xfrm>
          <a:prstGeom prst="bentArrow">
            <a:avLst>
              <a:gd name="adj1" fmla="val 5351"/>
              <a:gd name="adj2" fmla="val 14686"/>
              <a:gd name="adj3" fmla="val 18696"/>
              <a:gd name="adj4" fmla="val 875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箭头: 圆角右 25">
            <a:extLst>
              <a:ext uri="{FF2B5EF4-FFF2-40B4-BE49-F238E27FC236}">
                <a16:creationId xmlns:a16="http://schemas.microsoft.com/office/drawing/2014/main" id="{5DE54661-EB93-4EDE-9D5D-3960324FAE9C}"/>
              </a:ext>
            </a:extLst>
          </p:cNvPr>
          <p:cNvSpPr/>
          <p:nvPr/>
        </p:nvSpPr>
        <p:spPr>
          <a:xfrm flipH="1" flipV="1">
            <a:off x="3029365" y="2831824"/>
            <a:ext cx="791628" cy="536842"/>
          </a:xfrm>
          <a:prstGeom prst="bentArrow">
            <a:avLst>
              <a:gd name="adj1" fmla="val 5351"/>
              <a:gd name="adj2" fmla="val 18779"/>
              <a:gd name="adj3" fmla="val 23363"/>
              <a:gd name="adj4" fmla="val 8389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0EB6C9D-A78C-49DD-AC7E-AF401B7C07BA}"/>
              </a:ext>
            </a:extLst>
          </p:cNvPr>
          <p:cNvSpPr/>
          <p:nvPr/>
        </p:nvSpPr>
        <p:spPr>
          <a:xfrm>
            <a:off x="1985844" y="2173038"/>
            <a:ext cx="1043517" cy="380794"/>
          </a:xfrm>
          <a:prstGeom prst="roundRect">
            <a:avLst>
              <a:gd name="adj" fmla="val 34249"/>
            </a:avLst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F02C94F-AC79-464A-A5CD-89863078A200}"/>
              </a:ext>
            </a:extLst>
          </p:cNvPr>
          <p:cNvSpPr txBox="1"/>
          <p:nvPr/>
        </p:nvSpPr>
        <p:spPr>
          <a:xfrm>
            <a:off x="2040139" y="2209546"/>
            <a:ext cx="1101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按键输入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358BBAE-05DD-4B97-A5C3-327D311EFD21}"/>
              </a:ext>
            </a:extLst>
          </p:cNvPr>
          <p:cNvSpPr/>
          <p:nvPr/>
        </p:nvSpPr>
        <p:spPr>
          <a:xfrm>
            <a:off x="1978846" y="3073307"/>
            <a:ext cx="1043517" cy="380794"/>
          </a:xfrm>
          <a:prstGeom prst="roundRect">
            <a:avLst>
              <a:gd name="adj" fmla="val 34249"/>
            </a:avLst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9A4E200-C08F-49CD-9ACE-34BAC6CE1B09}"/>
              </a:ext>
            </a:extLst>
          </p:cNvPr>
          <p:cNvSpPr txBox="1"/>
          <p:nvPr/>
        </p:nvSpPr>
        <p:spPr>
          <a:xfrm>
            <a:off x="2033141" y="3109815"/>
            <a:ext cx="1101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XADC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17755AD-C31A-4E4D-AA00-9AC5E90B14AD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1146175" y="2363435"/>
            <a:ext cx="83966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BD0FDFC-8773-4CBF-B741-E9C1F4D5E32C}"/>
              </a:ext>
            </a:extLst>
          </p:cNvPr>
          <p:cNvSpPr txBox="1"/>
          <p:nvPr/>
        </p:nvSpPr>
        <p:spPr>
          <a:xfrm>
            <a:off x="1082487" y="2051889"/>
            <a:ext cx="11564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按键消抖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FD7918D-D0FF-4819-BFE6-42AADC1FF398}"/>
              </a:ext>
            </a:extLst>
          </p:cNvPr>
          <p:cNvCxnSpPr>
            <a:cxnSpLocks/>
          </p:cNvCxnSpPr>
          <p:nvPr/>
        </p:nvCxnSpPr>
        <p:spPr>
          <a:xfrm flipH="1">
            <a:off x="850932" y="3263704"/>
            <a:ext cx="111075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2D721CCD-445A-4173-9A99-B60298016715}"/>
              </a:ext>
            </a:extLst>
          </p:cNvPr>
          <p:cNvSpPr txBox="1"/>
          <p:nvPr/>
        </p:nvSpPr>
        <p:spPr>
          <a:xfrm>
            <a:off x="850932" y="2955926"/>
            <a:ext cx="12849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XADC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IP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核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214ED996-8CCE-40A5-8FE6-3CE02BF9C78F}"/>
              </a:ext>
            </a:extLst>
          </p:cNvPr>
          <p:cNvCxnSpPr>
            <a:cxnSpLocks/>
          </p:cNvCxnSpPr>
          <p:nvPr/>
        </p:nvCxnSpPr>
        <p:spPr>
          <a:xfrm flipH="1">
            <a:off x="7535329" y="2877760"/>
            <a:ext cx="164042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CD262CB4-C472-4FDD-8DC1-7FCE4FFFEA49}"/>
              </a:ext>
            </a:extLst>
          </p:cNvPr>
          <p:cNvSpPr txBox="1"/>
          <p:nvPr/>
        </p:nvSpPr>
        <p:spPr>
          <a:xfrm>
            <a:off x="7535328" y="2569982"/>
            <a:ext cx="17864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DAC0832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转换芯片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9B9DED7-954A-49BD-9748-43D884019A5B}"/>
              </a:ext>
            </a:extLst>
          </p:cNvPr>
          <p:cNvCxnSpPr>
            <a:cxnSpLocks/>
          </p:cNvCxnSpPr>
          <p:nvPr/>
        </p:nvCxnSpPr>
        <p:spPr>
          <a:xfrm flipH="1">
            <a:off x="7270747" y="2246071"/>
            <a:ext cx="1250953" cy="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BCA5A8F-5D40-4F0B-B17B-B3902DEDF4CD}"/>
              </a:ext>
            </a:extLst>
          </p:cNvPr>
          <p:cNvSpPr txBox="1"/>
          <p:nvPr/>
        </p:nvSpPr>
        <p:spPr>
          <a:xfrm>
            <a:off x="7270745" y="1938294"/>
            <a:ext cx="125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位</a:t>
            </a:r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段数码管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864781B5-DD87-40C1-B604-BD85C481A8A5}"/>
              </a:ext>
            </a:extLst>
          </p:cNvPr>
          <p:cNvCxnSpPr>
            <a:cxnSpLocks/>
          </p:cNvCxnSpPr>
          <p:nvPr/>
        </p:nvCxnSpPr>
        <p:spPr>
          <a:xfrm flipH="1">
            <a:off x="7264629" y="3381084"/>
            <a:ext cx="1250953" cy="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6869DE9D-280D-4B52-A64A-9006A1C458D7}"/>
              </a:ext>
            </a:extLst>
          </p:cNvPr>
          <p:cNvSpPr txBox="1"/>
          <p:nvPr/>
        </p:nvSpPr>
        <p:spPr>
          <a:xfrm>
            <a:off x="7264627" y="3073307"/>
            <a:ext cx="12509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LED</a:t>
            </a:r>
            <a:r>
              <a:rPr lang="zh-CN" altLang="en-US" sz="1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灯</a:t>
            </a:r>
            <a:endParaRPr lang="zh-CN" altLang="en-US" sz="1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4116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0D63F91-42B7-465D-BADB-2323CF91B182}"/>
              </a:ext>
            </a:extLst>
          </p:cNvPr>
          <p:cNvGrpSpPr/>
          <p:nvPr/>
        </p:nvGrpSpPr>
        <p:grpSpPr>
          <a:xfrm>
            <a:off x="2217134" y="2899833"/>
            <a:ext cx="1203399" cy="1058333"/>
            <a:chOff x="1160717" y="3215277"/>
            <a:chExt cx="1203399" cy="1058333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127FCDB8-F73C-4BB6-B6EB-65F73F4FC205}"/>
                </a:ext>
              </a:extLst>
            </p:cNvPr>
            <p:cNvSpPr/>
            <p:nvPr/>
          </p:nvSpPr>
          <p:spPr>
            <a:xfrm>
              <a:off x="1160717" y="3215277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7A84B53-372A-4C4A-9D8C-E18DA5ED1B48}"/>
                </a:ext>
              </a:extLst>
            </p:cNvPr>
            <p:cNvSpPr txBox="1"/>
            <p:nvPr/>
          </p:nvSpPr>
          <p:spPr>
            <a:xfrm>
              <a:off x="1160718" y="3543299"/>
              <a:ext cx="12033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lt1"/>
                  </a:solidFill>
                </a:rPr>
                <a:t>SQUARE</a:t>
              </a:r>
              <a:endParaRPr lang="zh-CN" altLang="en-US" sz="200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8BC228-84F4-49D9-A1EF-56045BEC7590}"/>
              </a:ext>
            </a:extLst>
          </p:cNvPr>
          <p:cNvGrpSpPr/>
          <p:nvPr/>
        </p:nvGrpSpPr>
        <p:grpSpPr>
          <a:xfrm>
            <a:off x="5075589" y="2899833"/>
            <a:ext cx="1058333" cy="1058333"/>
            <a:chOff x="1017567" y="3215277"/>
            <a:chExt cx="1058333" cy="105833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C011BB0-A0CA-434B-A70D-BE29F32E39AE}"/>
                </a:ext>
              </a:extLst>
            </p:cNvPr>
            <p:cNvSpPr/>
            <p:nvPr/>
          </p:nvSpPr>
          <p:spPr>
            <a:xfrm>
              <a:off x="1017567" y="3215277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7249FD9-5E81-496E-89C4-2F76F0DAF0AD}"/>
                </a:ext>
              </a:extLst>
            </p:cNvPr>
            <p:cNvSpPr txBox="1"/>
            <p:nvPr/>
          </p:nvSpPr>
          <p:spPr>
            <a:xfrm>
              <a:off x="1228450" y="3543299"/>
              <a:ext cx="7477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lt1"/>
                  </a:solidFill>
                </a:rPr>
                <a:t>SINE</a:t>
              </a:r>
              <a:endParaRPr lang="zh-CN" altLang="en-US" sz="200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35F6D81-82E7-4E49-9799-8BBA1EC635F8}"/>
              </a:ext>
            </a:extLst>
          </p:cNvPr>
          <p:cNvGrpSpPr/>
          <p:nvPr/>
        </p:nvGrpSpPr>
        <p:grpSpPr>
          <a:xfrm>
            <a:off x="8127861" y="2899833"/>
            <a:ext cx="1274719" cy="1058333"/>
            <a:chOff x="1211384" y="3216367"/>
            <a:chExt cx="1274719" cy="1058333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E2F2A6B1-678C-487E-B0B0-E5437D49E6ED}"/>
                </a:ext>
              </a:extLst>
            </p:cNvPr>
            <p:cNvSpPr/>
            <p:nvPr/>
          </p:nvSpPr>
          <p:spPr>
            <a:xfrm>
              <a:off x="1269725" y="3216367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731AE1C-D64A-4C46-BCF7-05DD8C734604}"/>
                </a:ext>
              </a:extLst>
            </p:cNvPr>
            <p:cNvSpPr txBox="1"/>
            <p:nvPr/>
          </p:nvSpPr>
          <p:spPr>
            <a:xfrm>
              <a:off x="1211384" y="3535707"/>
              <a:ext cx="1274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lt1"/>
                  </a:solidFill>
                </a:rPr>
                <a:t>TRIANGLE</a:t>
              </a:r>
              <a:endParaRPr lang="zh-CN" altLang="en-US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B57A288-32CF-466B-BAEC-1BD253E36C6F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>
            <a:off x="3275467" y="3429000"/>
            <a:ext cx="1800122" cy="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F24874D-A0C0-4469-B987-117C882BD0AE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6133922" y="3429000"/>
            <a:ext cx="2052280" cy="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06B1C31-3E13-4B3E-A135-E52910014309}"/>
              </a:ext>
            </a:extLst>
          </p:cNvPr>
          <p:cNvGrpSpPr/>
          <p:nvPr/>
        </p:nvGrpSpPr>
        <p:grpSpPr>
          <a:xfrm>
            <a:off x="2316839" y="1072525"/>
            <a:ext cx="958627" cy="858920"/>
            <a:chOff x="1178806" y="3249990"/>
            <a:chExt cx="1181189" cy="1058333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8EC415D-A429-437E-AEAE-88751E013E7C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EF05634-D861-4205-B0D2-C77645333881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FREQUENCE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4AA072A-326B-4FFD-A718-524E927D10B6}"/>
              </a:ext>
            </a:extLst>
          </p:cNvPr>
          <p:cNvGrpSpPr/>
          <p:nvPr/>
        </p:nvGrpSpPr>
        <p:grpSpPr>
          <a:xfrm>
            <a:off x="1258505" y="1895689"/>
            <a:ext cx="958627" cy="858920"/>
            <a:chOff x="1178806" y="3249990"/>
            <a:chExt cx="1181189" cy="1058333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F192D58-0AB7-465D-A5EB-15CDB85EA7DA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522CB8F-B0E6-494F-8229-446EE14D09BF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AMPLITUDE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DE30E1A-5CA0-42C2-922B-7F22C77245FC}"/>
              </a:ext>
            </a:extLst>
          </p:cNvPr>
          <p:cNvGrpSpPr/>
          <p:nvPr/>
        </p:nvGrpSpPr>
        <p:grpSpPr>
          <a:xfrm>
            <a:off x="1258504" y="4043186"/>
            <a:ext cx="958627" cy="858920"/>
            <a:chOff x="1178806" y="3249990"/>
            <a:chExt cx="1181189" cy="1058333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72E0AAF-AE4D-4AA1-A7AE-BFA608252456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0695FE9E-86AD-4A2E-8F57-CE8C509B2CCF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OFFSET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C068EF6-A58E-454E-B356-BF9766EF7BC1}"/>
              </a:ext>
            </a:extLst>
          </p:cNvPr>
          <p:cNvGrpSpPr/>
          <p:nvPr/>
        </p:nvGrpSpPr>
        <p:grpSpPr>
          <a:xfrm>
            <a:off x="2314938" y="5146701"/>
            <a:ext cx="958627" cy="858920"/>
            <a:chOff x="1178806" y="3249990"/>
            <a:chExt cx="1181189" cy="1058333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AD210865-E901-4182-92FD-3A0EAFBD4B58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34CA707-3E2C-40C0-A5B4-EA1E8AE17E43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DUTY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9B69C75-D80D-4EE9-9CF6-B892B7FBDD55}"/>
              </a:ext>
            </a:extLst>
          </p:cNvPr>
          <p:cNvCxnSpPr>
            <a:cxnSpLocks/>
            <a:stCxn id="5" idx="0"/>
            <a:endCxn id="16" idx="4"/>
          </p:cNvCxnSpPr>
          <p:nvPr/>
        </p:nvCxnSpPr>
        <p:spPr>
          <a:xfrm flipH="1" flipV="1">
            <a:off x="2746299" y="1931445"/>
            <a:ext cx="2" cy="968388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7CEA48CE-0D1E-4DF5-8026-D54EB988B6A3}"/>
              </a:ext>
            </a:extLst>
          </p:cNvPr>
          <p:cNvCxnSpPr>
            <a:cxnSpLocks/>
          </p:cNvCxnSpPr>
          <p:nvPr/>
        </p:nvCxnSpPr>
        <p:spPr>
          <a:xfrm>
            <a:off x="2891571" y="1895689"/>
            <a:ext cx="0" cy="104728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FB1FAC4-660F-443F-BCAE-F09E57F7E48E}"/>
              </a:ext>
            </a:extLst>
          </p:cNvPr>
          <p:cNvCxnSpPr>
            <a:cxnSpLocks/>
            <a:stCxn id="19" idx="5"/>
            <a:endCxn id="5" idx="1"/>
          </p:cNvCxnSpPr>
          <p:nvPr/>
        </p:nvCxnSpPr>
        <p:spPr>
          <a:xfrm>
            <a:off x="1991639" y="2628823"/>
            <a:ext cx="380484" cy="425999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8C768C2-9690-450B-9782-F3A4F0B719AF}"/>
              </a:ext>
            </a:extLst>
          </p:cNvPr>
          <p:cNvCxnSpPr>
            <a:cxnSpLocks/>
          </p:cNvCxnSpPr>
          <p:nvPr/>
        </p:nvCxnSpPr>
        <p:spPr>
          <a:xfrm flipH="1" flipV="1">
            <a:off x="1799868" y="2710919"/>
            <a:ext cx="455250" cy="515846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ABBC16D-E3F0-4832-AA2D-5DC9C4A96C6F}"/>
              </a:ext>
            </a:extLst>
          </p:cNvPr>
          <p:cNvCxnSpPr>
            <a:cxnSpLocks/>
            <a:stCxn id="5" idx="3"/>
            <a:endCxn id="22" idx="7"/>
          </p:cNvCxnSpPr>
          <p:nvPr/>
        </p:nvCxnSpPr>
        <p:spPr>
          <a:xfrm flipH="1">
            <a:off x="1991638" y="3803177"/>
            <a:ext cx="380485" cy="365795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A9CD2D2-EF9B-4F8E-9930-F461D9B3C907}"/>
              </a:ext>
            </a:extLst>
          </p:cNvPr>
          <p:cNvCxnSpPr>
            <a:cxnSpLocks/>
          </p:cNvCxnSpPr>
          <p:nvPr/>
        </p:nvCxnSpPr>
        <p:spPr>
          <a:xfrm flipV="1">
            <a:off x="2063118" y="3866729"/>
            <a:ext cx="471572" cy="467136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DEF62F5-DCEC-403D-94E5-B961A6F7299F}"/>
              </a:ext>
            </a:extLst>
          </p:cNvPr>
          <p:cNvCxnSpPr>
            <a:cxnSpLocks/>
            <a:stCxn id="5" idx="4"/>
            <a:endCxn id="25" idx="0"/>
          </p:cNvCxnSpPr>
          <p:nvPr/>
        </p:nvCxnSpPr>
        <p:spPr>
          <a:xfrm flipH="1">
            <a:off x="2744398" y="3958166"/>
            <a:ext cx="1903" cy="1188535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3B90240-FA3C-4087-A5B3-BC2C4D50499B}"/>
              </a:ext>
            </a:extLst>
          </p:cNvPr>
          <p:cNvCxnSpPr>
            <a:cxnSpLocks/>
          </p:cNvCxnSpPr>
          <p:nvPr/>
        </p:nvCxnSpPr>
        <p:spPr>
          <a:xfrm flipH="1" flipV="1">
            <a:off x="2876905" y="3903247"/>
            <a:ext cx="1826" cy="124345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DF09846-C7A2-4B3F-B82C-D19DC39CA287}"/>
              </a:ext>
            </a:extLst>
          </p:cNvPr>
          <p:cNvGrpSpPr/>
          <p:nvPr/>
        </p:nvGrpSpPr>
        <p:grpSpPr>
          <a:xfrm>
            <a:off x="4486494" y="1457086"/>
            <a:ext cx="958627" cy="858920"/>
            <a:chOff x="1178806" y="3249990"/>
            <a:chExt cx="1181189" cy="1058333"/>
          </a:xfrm>
        </p:grpSpPr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DC9E7F2E-B839-4424-897E-571492157056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416D95A-1621-4470-9D22-747946EE6056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SINE_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FREQUENCE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334D066-B617-4C6C-908E-A41FF3D5CD89}"/>
              </a:ext>
            </a:extLst>
          </p:cNvPr>
          <p:cNvGrpSpPr/>
          <p:nvPr/>
        </p:nvGrpSpPr>
        <p:grpSpPr>
          <a:xfrm>
            <a:off x="5896014" y="1485148"/>
            <a:ext cx="958627" cy="858920"/>
            <a:chOff x="1178806" y="3249990"/>
            <a:chExt cx="1181189" cy="1058333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1FD04E17-91B1-4EA0-B5AE-99EA3DCC1DBB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F297828A-D99A-457E-AD9B-A08E6B71862D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SINE_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AMPLITUDE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28692EA-6BC6-4BA1-AC74-4350E1BC4431}"/>
              </a:ext>
            </a:extLst>
          </p:cNvPr>
          <p:cNvGrpSpPr/>
          <p:nvPr/>
        </p:nvGrpSpPr>
        <p:grpSpPr>
          <a:xfrm>
            <a:off x="5175295" y="4793017"/>
            <a:ext cx="958627" cy="858920"/>
            <a:chOff x="1178806" y="3249990"/>
            <a:chExt cx="1181189" cy="1058333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B39D964-B0A4-4486-985E-0A469E2DA964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D3BA979-8A86-4FA4-9615-C62C651BBD6B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SINE_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OFFSET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5AA63C4-263E-4F82-869C-2767B0E7C374}"/>
              </a:ext>
            </a:extLst>
          </p:cNvPr>
          <p:cNvCxnSpPr>
            <a:cxnSpLocks/>
            <a:stCxn id="8" idx="1"/>
            <a:endCxn id="36" idx="4"/>
          </p:cNvCxnSpPr>
          <p:nvPr/>
        </p:nvCxnSpPr>
        <p:spPr>
          <a:xfrm flipH="1" flipV="1">
            <a:off x="4915954" y="2316006"/>
            <a:ext cx="314624" cy="738816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ED65EFD-9038-47B0-B187-90BCE8DE1719}"/>
              </a:ext>
            </a:extLst>
          </p:cNvPr>
          <p:cNvCxnSpPr>
            <a:cxnSpLocks/>
          </p:cNvCxnSpPr>
          <p:nvPr/>
        </p:nvCxnSpPr>
        <p:spPr>
          <a:xfrm>
            <a:off x="5075201" y="2217041"/>
            <a:ext cx="315012" cy="725928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0DEA6F7-CF6F-427D-BD34-AB26A70B8F38}"/>
              </a:ext>
            </a:extLst>
          </p:cNvPr>
          <p:cNvCxnSpPr>
            <a:cxnSpLocks/>
            <a:stCxn id="39" idx="4"/>
            <a:endCxn id="8" idx="7"/>
          </p:cNvCxnSpPr>
          <p:nvPr/>
        </p:nvCxnSpPr>
        <p:spPr>
          <a:xfrm flipH="1">
            <a:off x="5978933" y="2344068"/>
            <a:ext cx="346541" cy="71075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868B1FAE-0A3D-41FD-AE20-0F44FED85C71}"/>
              </a:ext>
            </a:extLst>
          </p:cNvPr>
          <p:cNvCxnSpPr>
            <a:cxnSpLocks/>
          </p:cNvCxnSpPr>
          <p:nvPr/>
        </p:nvCxnSpPr>
        <p:spPr>
          <a:xfrm flipV="1">
            <a:off x="5896014" y="2246480"/>
            <a:ext cx="321650" cy="729269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CAB5C7B-B528-4AD4-8E36-32BA21D602B3}"/>
              </a:ext>
            </a:extLst>
          </p:cNvPr>
          <p:cNvCxnSpPr>
            <a:cxnSpLocks/>
            <a:stCxn id="42" idx="0"/>
            <a:endCxn id="8" idx="4"/>
          </p:cNvCxnSpPr>
          <p:nvPr/>
        </p:nvCxnSpPr>
        <p:spPr>
          <a:xfrm flipV="1">
            <a:off x="5604755" y="3958166"/>
            <a:ext cx="1" cy="834851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07D3ED6A-981B-4FFB-9D73-DE79C0D15183}"/>
              </a:ext>
            </a:extLst>
          </p:cNvPr>
          <p:cNvCxnSpPr>
            <a:cxnSpLocks/>
          </p:cNvCxnSpPr>
          <p:nvPr/>
        </p:nvCxnSpPr>
        <p:spPr>
          <a:xfrm>
            <a:off x="5747529" y="3902818"/>
            <a:ext cx="0" cy="999288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9F3AF17-5282-4889-B523-9664628CD8C3}"/>
              </a:ext>
            </a:extLst>
          </p:cNvPr>
          <p:cNvGrpSpPr/>
          <p:nvPr/>
        </p:nvGrpSpPr>
        <p:grpSpPr>
          <a:xfrm>
            <a:off x="8285908" y="1457086"/>
            <a:ext cx="958627" cy="858920"/>
            <a:chOff x="1178806" y="3249990"/>
            <a:chExt cx="1181189" cy="1058333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F9250B41-61EF-45D7-B587-B3B0A306BE94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94F9DAB7-37B7-4B77-95AB-3364F02B7E57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TRIANGLE_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FREQUENCE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A4FF5B2-BD4F-4014-9FB7-0CB6F4419C02}"/>
              </a:ext>
            </a:extLst>
          </p:cNvPr>
          <p:cNvGrpSpPr/>
          <p:nvPr/>
        </p:nvGrpSpPr>
        <p:grpSpPr>
          <a:xfrm>
            <a:off x="7556338" y="4717241"/>
            <a:ext cx="958627" cy="858920"/>
            <a:chOff x="1178806" y="3249990"/>
            <a:chExt cx="1181189" cy="1058333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A7B506D1-8E6B-4097-8B9B-D4DBEABB576B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2D3EA928-3976-47C6-9C98-F931D34C07AF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TRIANGLE_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AMPLITUDE</a:t>
              </a: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C3EA2AC0-8CD5-4FC0-9828-0D02FF488350}"/>
              </a:ext>
            </a:extLst>
          </p:cNvPr>
          <p:cNvGrpSpPr/>
          <p:nvPr/>
        </p:nvGrpSpPr>
        <p:grpSpPr>
          <a:xfrm>
            <a:off x="9046192" y="4743198"/>
            <a:ext cx="958627" cy="858920"/>
            <a:chOff x="1178806" y="3249990"/>
            <a:chExt cx="1181189" cy="1058333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F6781722-2D92-4839-9B93-C7F170EB987C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76FA07E9-DD7E-4177-963A-C5C48E507915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TRIANGLE_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OFFSET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0DD3C707-443E-4C78-A7F8-5003FEA2297E}"/>
              </a:ext>
            </a:extLst>
          </p:cNvPr>
          <p:cNvCxnSpPr>
            <a:cxnSpLocks/>
            <a:stCxn id="11" idx="0"/>
            <a:endCxn id="51" idx="4"/>
          </p:cNvCxnSpPr>
          <p:nvPr/>
        </p:nvCxnSpPr>
        <p:spPr>
          <a:xfrm flipH="1" flipV="1">
            <a:off x="8715368" y="2316006"/>
            <a:ext cx="1" cy="583827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33C70861-F821-4106-A1F0-7EC191097E44}"/>
              </a:ext>
            </a:extLst>
          </p:cNvPr>
          <p:cNvCxnSpPr>
            <a:cxnSpLocks/>
          </p:cNvCxnSpPr>
          <p:nvPr/>
        </p:nvCxnSpPr>
        <p:spPr>
          <a:xfrm>
            <a:off x="8865379" y="2255089"/>
            <a:ext cx="0" cy="64474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726B43C4-5B04-4914-85A2-A127A166162B}"/>
              </a:ext>
            </a:extLst>
          </p:cNvPr>
          <p:cNvCxnSpPr>
            <a:cxnSpLocks/>
            <a:stCxn id="54" idx="0"/>
            <a:endCxn id="11" idx="3"/>
          </p:cNvCxnSpPr>
          <p:nvPr/>
        </p:nvCxnSpPr>
        <p:spPr>
          <a:xfrm flipV="1">
            <a:off x="7985798" y="3803177"/>
            <a:ext cx="355393" cy="91406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AB0B77AB-C3A1-41CD-9AD9-6E25B38EED28}"/>
              </a:ext>
            </a:extLst>
          </p:cNvPr>
          <p:cNvCxnSpPr>
            <a:cxnSpLocks/>
          </p:cNvCxnSpPr>
          <p:nvPr/>
        </p:nvCxnSpPr>
        <p:spPr>
          <a:xfrm flipH="1">
            <a:off x="8186202" y="3895677"/>
            <a:ext cx="304734" cy="82156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3D40D12C-ABBE-435C-A4A4-8E609944861F}"/>
              </a:ext>
            </a:extLst>
          </p:cNvPr>
          <p:cNvCxnSpPr>
            <a:cxnSpLocks/>
            <a:stCxn id="11" idx="5"/>
            <a:endCxn id="57" idx="0"/>
          </p:cNvCxnSpPr>
          <p:nvPr/>
        </p:nvCxnSpPr>
        <p:spPr>
          <a:xfrm>
            <a:off x="9089546" y="3803177"/>
            <a:ext cx="386106" cy="940021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BC255F6D-8CED-41E2-9667-86B24DAFD8A7}"/>
              </a:ext>
            </a:extLst>
          </p:cNvPr>
          <p:cNvCxnSpPr>
            <a:cxnSpLocks/>
          </p:cNvCxnSpPr>
          <p:nvPr/>
        </p:nvCxnSpPr>
        <p:spPr>
          <a:xfrm flipH="1" flipV="1">
            <a:off x="8972125" y="3895677"/>
            <a:ext cx="363378" cy="854735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86018AF-1DD8-45C9-BD08-C39EC8684A3E}"/>
              </a:ext>
            </a:extLst>
          </p:cNvPr>
          <p:cNvCxnSpPr>
            <a:cxnSpLocks/>
          </p:cNvCxnSpPr>
          <p:nvPr/>
        </p:nvCxnSpPr>
        <p:spPr>
          <a:xfrm flipH="1">
            <a:off x="3273565" y="3596097"/>
            <a:ext cx="1986645" cy="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C25813E4-44A4-45D1-949D-358E90A09175}"/>
              </a:ext>
            </a:extLst>
          </p:cNvPr>
          <p:cNvCxnSpPr>
            <a:cxnSpLocks/>
          </p:cNvCxnSpPr>
          <p:nvPr/>
        </p:nvCxnSpPr>
        <p:spPr>
          <a:xfrm flipH="1">
            <a:off x="6133922" y="3596097"/>
            <a:ext cx="1986645" cy="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708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0C21F7F-220E-486D-964B-C81D11E3CC71}"/>
              </a:ext>
            </a:extLst>
          </p:cNvPr>
          <p:cNvGrpSpPr/>
          <p:nvPr/>
        </p:nvGrpSpPr>
        <p:grpSpPr>
          <a:xfrm>
            <a:off x="2256346" y="2963738"/>
            <a:ext cx="1160341" cy="1058333"/>
            <a:chOff x="1160717" y="3215277"/>
            <a:chExt cx="1160341" cy="1058333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412B4115-5699-482D-B603-51A2A3D86854}"/>
                </a:ext>
              </a:extLst>
            </p:cNvPr>
            <p:cNvSpPr/>
            <p:nvPr/>
          </p:nvSpPr>
          <p:spPr>
            <a:xfrm>
              <a:off x="1160717" y="3215277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99836736-BBB6-4742-B459-9CFB9C03DEA4}"/>
                </a:ext>
              </a:extLst>
            </p:cNvPr>
            <p:cNvSpPr txBox="1"/>
            <p:nvPr/>
          </p:nvSpPr>
          <p:spPr>
            <a:xfrm>
              <a:off x="1160718" y="3543299"/>
              <a:ext cx="11603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lt1"/>
                  </a:solidFill>
                </a:rPr>
                <a:t>SQUARE</a:t>
              </a:r>
              <a:endParaRPr lang="zh-CN" altLang="en-US" sz="200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9478AF1-9F03-47DF-B714-752DD8A7060B}"/>
              </a:ext>
            </a:extLst>
          </p:cNvPr>
          <p:cNvGrpSpPr/>
          <p:nvPr/>
        </p:nvGrpSpPr>
        <p:grpSpPr>
          <a:xfrm>
            <a:off x="5114801" y="2963738"/>
            <a:ext cx="1058333" cy="1058333"/>
            <a:chOff x="1017567" y="3215277"/>
            <a:chExt cx="1058333" cy="105833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671FEB7B-2289-46BB-9BA2-54CB1BCB5055}"/>
                </a:ext>
              </a:extLst>
            </p:cNvPr>
            <p:cNvSpPr/>
            <p:nvPr/>
          </p:nvSpPr>
          <p:spPr>
            <a:xfrm>
              <a:off x="1017567" y="3215277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96DE480-BC3D-49BA-A3A6-BCB6B31FD9D2}"/>
                </a:ext>
              </a:extLst>
            </p:cNvPr>
            <p:cNvSpPr txBox="1"/>
            <p:nvPr/>
          </p:nvSpPr>
          <p:spPr>
            <a:xfrm>
              <a:off x="1228450" y="3543299"/>
              <a:ext cx="7703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lt1"/>
                  </a:solidFill>
                </a:rPr>
                <a:t>SINE</a:t>
              </a:r>
              <a:endParaRPr lang="zh-CN" altLang="en-US" sz="200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B00F99B-1F3E-4A6D-B68B-BB5351761F66}"/>
              </a:ext>
            </a:extLst>
          </p:cNvPr>
          <p:cNvGrpSpPr/>
          <p:nvPr/>
        </p:nvGrpSpPr>
        <p:grpSpPr>
          <a:xfrm>
            <a:off x="8200799" y="2963738"/>
            <a:ext cx="1274719" cy="1058333"/>
            <a:chOff x="1245110" y="3216367"/>
            <a:chExt cx="1274719" cy="1058333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1E668ED-0CB8-4DEB-AA1D-AA05ECFCC1AE}"/>
                </a:ext>
              </a:extLst>
            </p:cNvPr>
            <p:cNvSpPr/>
            <p:nvPr/>
          </p:nvSpPr>
          <p:spPr>
            <a:xfrm>
              <a:off x="1269725" y="3216367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5BA50C5-5DF0-438C-A6CB-B1BB88E3D882}"/>
                </a:ext>
              </a:extLst>
            </p:cNvPr>
            <p:cNvSpPr txBox="1"/>
            <p:nvPr/>
          </p:nvSpPr>
          <p:spPr>
            <a:xfrm>
              <a:off x="1245110" y="3543299"/>
              <a:ext cx="1274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lt1"/>
                  </a:solidFill>
                </a:rPr>
                <a:t>TRIANGLE</a:t>
              </a:r>
              <a:endParaRPr lang="zh-CN" altLang="en-US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C9E2BC8-2B8D-4AFC-BA09-FF22ECBAF633}"/>
              </a:ext>
            </a:extLst>
          </p:cNvPr>
          <p:cNvCxnSpPr>
            <a:cxnSpLocks/>
            <a:stCxn id="5" idx="6"/>
            <a:endCxn id="8" idx="2"/>
          </p:cNvCxnSpPr>
          <p:nvPr/>
        </p:nvCxnSpPr>
        <p:spPr>
          <a:xfrm>
            <a:off x="3314679" y="3492905"/>
            <a:ext cx="1800122" cy="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0E2DFFA-523B-48BB-9131-E0163E74BEF2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>
            <a:off x="6173134" y="3492905"/>
            <a:ext cx="2052280" cy="0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74B6C90-DB37-4EF2-A4A1-A30D0F337BF0}"/>
              </a:ext>
            </a:extLst>
          </p:cNvPr>
          <p:cNvGrpSpPr/>
          <p:nvPr/>
        </p:nvGrpSpPr>
        <p:grpSpPr>
          <a:xfrm>
            <a:off x="2356051" y="1136430"/>
            <a:ext cx="958627" cy="858920"/>
            <a:chOff x="1178806" y="3249990"/>
            <a:chExt cx="1181189" cy="1058333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382592C-2796-4558-B720-1EC14014C6CE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2B68B38-66AD-4078-A8C2-58E91DA932C4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FREQUENCE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BBFBFA9-28C5-4290-9A78-FA5FA8B70547}"/>
              </a:ext>
            </a:extLst>
          </p:cNvPr>
          <p:cNvGrpSpPr/>
          <p:nvPr/>
        </p:nvGrpSpPr>
        <p:grpSpPr>
          <a:xfrm>
            <a:off x="1297717" y="1959594"/>
            <a:ext cx="958627" cy="858920"/>
            <a:chOff x="1178806" y="3249990"/>
            <a:chExt cx="1181189" cy="1058333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4963633-F9BB-4439-9301-E40A297A6444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C255D55-0555-41DE-AAB3-FA40D2129BED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AMPLITUDE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0F31C63-B474-4BB7-87D8-69F8362382AC}"/>
              </a:ext>
            </a:extLst>
          </p:cNvPr>
          <p:cNvGrpSpPr/>
          <p:nvPr/>
        </p:nvGrpSpPr>
        <p:grpSpPr>
          <a:xfrm>
            <a:off x="1297716" y="4107091"/>
            <a:ext cx="958627" cy="858920"/>
            <a:chOff x="1178806" y="3249990"/>
            <a:chExt cx="1181189" cy="1058333"/>
          </a:xfrm>
        </p:grpSpPr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10135B6-0A28-4CAA-A541-3122C56C839B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841510E-49BF-456E-9588-C11F91CA0633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OFFSET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36496BE-4767-4BB2-8994-28F9732B4B9B}"/>
              </a:ext>
            </a:extLst>
          </p:cNvPr>
          <p:cNvGrpSpPr/>
          <p:nvPr/>
        </p:nvGrpSpPr>
        <p:grpSpPr>
          <a:xfrm>
            <a:off x="2354150" y="5210606"/>
            <a:ext cx="958627" cy="858920"/>
            <a:chOff x="1178806" y="3249990"/>
            <a:chExt cx="1181189" cy="1058333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2561D19-9FA0-49CB-A185-A3163D68FDE1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3A0D491-3BEE-4B47-8226-81204132CFCC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SQUARE_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DUTY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FF67380-2C99-49A0-BDD5-DA59ECE62E4A}"/>
              </a:ext>
            </a:extLst>
          </p:cNvPr>
          <p:cNvCxnSpPr>
            <a:cxnSpLocks/>
            <a:stCxn id="5" idx="0"/>
            <a:endCxn id="16" idx="4"/>
          </p:cNvCxnSpPr>
          <p:nvPr/>
        </p:nvCxnSpPr>
        <p:spPr>
          <a:xfrm flipH="1" flipV="1">
            <a:off x="2785511" y="1995350"/>
            <a:ext cx="2" cy="968388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56F534F3-0F25-4B1E-B473-6003BAB1B456}"/>
              </a:ext>
            </a:extLst>
          </p:cNvPr>
          <p:cNvCxnSpPr>
            <a:cxnSpLocks/>
            <a:stCxn id="16" idx="3"/>
          </p:cNvCxnSpPr>
          <p:nvPr/>
        </p:nvCxnSpPr>
        <p:spPr>
          <a:xfrm flipH="1">
            <a:off x="2099843" y="1869564"/>
            <a:ext cx="381994" cy="31744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3A1DDCD4-A7CF-4F5C-BD68-6367C4F06A64}"/>
              </a:ext>
            </a:extLst>
          </p:cNvPr>
          <p:cNvCxnSpPr>
            <a:cxnSpLocks/>
          </p:cNvCxnSpPr>
          <p:nvPr/>
        </p:nvCxnSpPr>
        <p:spPr>
          <a:xfrm>
            <a:off x="1612697" y="2785832"/>
            <a:ext cx="3868" cy="1402305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064E96A-08AF-40CD-AE1B-6C4EDE6516B5}"/>
              </a:ext>
            </a:extLst>
          </p:cNvPr>
          <p:cNvCxnSpPr>
            <a:cxnSpLocks/>
          </p:cNvCxnSpPr>
          <p:nvPr/>
        </p:nvCxnSpPr>
        <p:spPr>
          <a:xfrm flipH="1" flipV="1">
            <a:off x="2916117" y="3967152"/>
            <a:ext cx="1826" cy="124345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9577B64-180F-44D5-85A6-8D859E709C1B}"/>
              </a:ext>
            </a:extLst>
          </p:cNvPr>
          <p:cNvGrpSpPr/>
          <p:nvPr/>
        </p:nvGrpSpPr>
        <p:grpSpPr>
          <a:xfrm>
            <a:off x="3913477" y="1874055"/>
            <a:ext cx="958627" cy="858920"/>
            <a:chOff x="1178806" y="3249990"/>
            <a:chExt cx="1181189" cy="1058333"/>
          </a:xfrm>
        </p:grpSpPr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A48028FC-B50F-482E-982B-360AA45CD572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C342A60-0F56-4205-8982-B9ABBC4071D6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SINE_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FREQUENCE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368D4EB-5FC5-4691-A4D1-83EE535EFC1C}"/>
              </a:ext>
            </a:extLst>
          </p:cNvPr>
          <p:cNvGrpSpPr/>
          <p:nvPr/>
        </p:nvGrpSpPr>
        <p:grpSpPr>
          <a:xfrm>
            <a:off x="5212899" y="963025"/>
            <a:ext cx="958627" cy="858920"/>
            <a:chOff x="1178806" y="3249990"/>
            <a:chExt cx="1181189" cy="1058333"/>
          </a:xfrm>
        </p:grpSpPr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C2DB679F-FC65-4FCE-B2D2-18879E20CC50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269C167-91C2-4C7F-972C-075EB84C5FE0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SINE_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AMPLITUDE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7F2C5F4-2016-4CDF-8EF1-BA7AECF5ED28}"/>
              </a:ext>
            </a:extLst>
          </p:cNvPr>
          <p:cNvGrpSpPr/>
          <p:nvPr/>
        </p:nvGrpSpPr>
        <p:grpSpPr>
          <a:xfrm>
            <a:off x="6424222" y="1901884"/>
            <a:ext cx="958627" cy="858920"/>
            <a:chOff x="1083252" y="3597634"/>
            <a:chExt cx="1181189" cy="1058333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EBA3F74C-1044-4A5A-94DD-AF749C74C2F9}"/>
                </a:ext>
              </a:extLst>
            </p:cNvPr>
            <p:cNvSpPr/>
            <p:nvPr/>
          </p:nvSpPr>
          <p:spPr>
            <a:xfrm>
              <a:off x="1157782" y="3597634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BB3932D0-CA5C-40FC-BE1A-5E104F437A80}"/>
                </a:ext>
              </a:extLst>
            </p:cNvPr>
            <p:cNvSpPr txBox="1"/>
            <p:nvPr/>
          </p:nvSpPr>
          <p:spPr>
            <a:xfrm>
              <a:off x="1083252" y="3811553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SINE_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OFFSET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4BDD37C1-CBC4-4D7D-B8CB-D584F019E58E}"/>
              </a:ext>
            </a:extLst>
          </p:cNvPr>
          <p:cNvCxnSpPr>
            <a:cxnSpLocks/>
            <a:stCxn id="8" idx="1"/>
            <a:endCxn id="32" idx="5"/>
          </p:cNvCxnSpPr>
          <p:nvPr/>
        </p:nvCxnSpPr>
        <p:spPr>
          <a:xfrm flipH="1" flipV="1">
            <a:off x="4646611" y="2607189"/>
            <a:ext cx="623179" cy="511538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CCFF316C-7016-439C-8300-D53525E38908}"/>
              </a:ext>
            </a:extLst>
          </p:cNvPr>
          <p:cNvCxnSpPr>
            <a:cxnSpLocks/>
            <a:stCxn id="32" idx="7"/>
          </p:cNvCxnSpPr>
          <p:nvPr/>
        </p:nvCxnSpPr>
        <p:spPr>
          <a:xfrm flipV="1">
            <a:off x="4646611" y="1606827"/>
            <a:ext cx="592350" cy="393014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7E71D327-F2CD-4D55-8EE6-ABAE7EF61B65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5987316" y="1576978"/>
            <a:ext cx="623179" cy="450692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827E75D8-1F9F-4C02-B162-91375682A420}"/>
              </a:ext>
            </a:extLst>
          </p:cNvPr>
          <p:cNvCxnSpPr>
            <a:cxnSpLocks/>
            <a:stCxn id="38" idx="3"/>
            <a:endCxn id="8" idx="7"/>
          </p:cNvCxnSpPr>
          <p:nvPr/>
        </p:nvCxnSpPr>
        <p:spPr>
          <a:xfrm flipH="1">
            <a:off x="6018145" y="2635018"/>
            <a:ext cx="592350" cy="483709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88BE6936-1CC4-4727-982B-7C630DF8BAAB}"/>
              </a:ext>
            </a:extLst>
          </p:cNvPr>
          <p:cNvGrpSpPr/>
          <p:nvPr/>
        </p:nvGrpSpPr>
        <p:grpSpPr>
          <a:xfrm>
            <a:off x="7206234" y="4166292"/>
            <a:ext cx="958627" cy="858920"/>
            <a:chOff x="1178806" y="3249990"/>
            <a:chExt cx="1181189" cy="1058333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90A36807-00D3-4456-9A22-87793152F0B2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5FEBAAF0-1459-4194-8A39-05054D7D57A2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TRIANGLE_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FREQUENCE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08A1FAA8-4A8E-4553-848B-462AD4358A5B}"/>
              </a:ext>
            </a:extLst>
          </p:cNvPr>
          <p:cNvGrpSpPr/>
          <p:nvPr/>
        </p:nvGrpSpPr>
        <p:grpSpPr>
          <a:xfrm>
            <a:off x="8275266" y="5188761"/>
            <a:ext cx="958627" cy="858920"/>
            <a:chOff x="1178806" y="3249990"/>
            <a:chExt cx="1181189" cy="1058333"/>
          </a:xfrm>
        </p:grpSpPr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0A930959-7FF5-482B-BB88-BE361D61389E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9FA1AB78-06A0-474D-9268-5FD3F1CAC5D7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TRIANGLE_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AMPLITUDE</a:t>
              </a: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6A27702-C13B-445D-8BC8-4B0CD012C9A4}"/>
              </a:ext>
            </a:extLst>
          </p:cNvPr>
          <p:cNvGrpSpPr/>
          <p:nvPr/>
        </p:nvGrpSpPr>
        <p:grpSpPr>
          <a:xfrm>
            <a:off x="9314482" y="4188137"/>
            <a:ext cx="958627" cy="858920"/>
            <a:chOff x="1178806" y="3249990"/>
            <a:chExt cx="1181189" cy="1058333"/>
          </a:xfrm>
        </p:grpSpPr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1226B69D-798A-4314-AD82-886DDE9E27D1}"/>
                </a:ext>
              </a:extLst>
            </p:cNvPr>
            <p:cNvSpPr/>
            <p:nvPr/>
          </p:nvSpPr>
          <p:spPr>
            <a:xfrm>
              <a:off x="1178806" y="3249990"/>
              <a:ext cx="1058333" cy="1058333"/>
            </a:xfrm>
            <a:prstGeom prst="ellipse">
              <a:avLst/>
            </a:prstGeom>
            <a:gradFill>
              <a:gsLst>
                <a:gs pos="10000">
                  <a:srgbClr val="E30613">
                    <a:alpha val="79000"/>
                  </a:srgbClr>
                </a:gs>
                <a:gs pos="100000">
                  <a:srgbClr val="81040B">
                    <a:alpha val="76000"/>
                  </a:srgbClr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3D64EC5-ECDD-45CF-918A-3CF98CBA171A}"/>
                </a:ext>
              </a:extLst>
            </p:cNvPr>
            <p:cNvSpPr txBox="1"/>
            <p:nvPr/>
          </p:nvSpPr>
          <p:spPr>
            <a:xfrm>
              <a:off x="1178806" y="3496258"/>
              <a:ext cx="1181189" cy="5119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TRIANGLE_</a:t>
              </a:r>
            </a:p>
            <a:p>
              <a:pPr algn="ctr"/>
              <a:r>
                <a:rPr lang="en-US" altLang="zh-CN" sz="1050" b="1" dirty="0">
                  <a:solidFill>
                    <a:schemeClr val="lt1"/>
                  </a:solidFill>
                </a:rPr>
                <a:t>OFFSET</a:t>
              </a:r>
              <a:endParaRPr lang="zh-CN" altLang="en-US" sz="1050" b="1" dirty="0">
                <a:solidFill>
                  <a:schemeClr val="lt1"/>
                </a:solidFill>
              </a:endParaRPr>
            </a:p>
          </p:txBody>
        </p:sp>
      </p:grp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015047BA-A66B-4979-BE75-CCA11924C639}"/>
              </a:ext>
            </a:extLst>
          </p:cNvPr>
          <p:cNvCxnSpPr>
            <a:cxnSpLocks/>
            <a:stCxn id="48" idx="1"/>
            <a:endCxn id="45" idx="5"/>
          </p:cNvCxnSpPr>
          <p:nvPr/>
        </p:nvCxnSpPr>
        <p:spPr>
          <a:xfrm flipH="1" flipV="1">
            <a:off x="7939368" y="4899426"/>
            <a:ext cx="461684" cy="415121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06DE93E-F2C7-4192-A868-B18258126EEE}"/>
              </a:ext>
            </a:extLst>
          </p:cNvPr>
          <p:cNvCxnSpPr>
            <a:cxnSpLocks/>
            <a:stCxn id="51" idx="3"/>
            <a:endCxn id="48" idx="7"/>
          </p:cNvCxnSpPr>
          <p:nvPr/>
        </p:nvCxnSpPr>
        <p:spPr>
          <a:xfrm flipH="1">
            <a:off x="9008400" y="4921271"/>
            <a:ext cx="431868" cy="393276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5FDE0F82-1D56-4349-9A58-414BF5998B7A}"/>
              </a:ext>
            </a:extLst>
          </p:cNvPr>
          <p:cNvCxnSpPr>
            <a:cxnSpLocks/>
            <a:stCxn id="11" idx="5"/>
          </p:cNvCxnSpPr>
          <p:nvPr/>
        </p:nvCxnSpPr>
        <p:spPr>
          <a:xfrm>
            <a:off x="9128758" y="3867082"/>
            <a:ext cx="406296" cy="381168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F4F16252-B170-4AD9-A63C-901C9A037F18}"/>
              </a:ext>
            </a:extLst>
          </p:cNvPr>
          <p:cNvCxnSpPr>
            <a:cxnSpLocks/>
            <a:stCxn id="22" idx="5"/>
            <a:endCxn id="25" idx="1"/>
          </p:cNvCxnSpPr>
          <p:nvPr/>
        </p:nvCxnSpPr>
        <p:spPr>
          <a:xfrm>
            <a:off x="2030850" y="4840225"/>
            <a:ext cx="449086" cy="496167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21C562A-A00E-41DD-AB28-F1DE8EB2B21B}"/>
              </a:ext>
            </a:extLst>
          </p:cNvPr>
          <p:cNvCxnSpPr>
            <a:cxnSpLocks/>
            <a:stCxn id="45" idx="7"/>
            <a:endCxn id="11" idx="3"/>
          </p:cNvCxnSpPr>
          <p:nvPr/>
        </p:nvCxnSpPr>
        <p:spPr>
          <a:xfrm flipV="1">
            <a:off x="7939368" y="3867082"/>
            <a:ext cx="441035" cy="424996"/>
          </a:xfrm>
          <a:prstGeom prst="straightConnector1">
            <a:avLst/>
          </a:prstGeom>
          <a:ln w="444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08955BC1-A1FA-4C7C-8BC4-A4F9C53EC79A}"/>
              </a:ext>
            </a:extLst>
          </p:cNvPr>
          <p:cNvCxnSpPr>
            <a:cxnSpLocks/>
            <a:stCxn id="11" idx="3"/>
            <a:endCxn id="5" idx="5"/>
          </p:cNvCxnSpPr>
          <p:nvPr/>
        </p:nvCxnSpPr>
        <p:spPr>
          <a:xfrm flipH="1">
            <a:off x="3159690" y="3867082"/>
            <a:ext cx="5220713" cy="0"/>
          </a:xfrm>
          <a:prstGeom prst="straightConnector1">
            <a:avLst/>
          </a:prstGeom>
          <a:ln w="44450">
            <a:solidFill>
              <a:srgbClr val="AC050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376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3DF3CD7-6FD2-48E4-8146-2E0D51E26D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7" b="14488"/>
          <a:stretch/>
        </p:blipFill>
        <p:spPr>
          <a:xfrm>
            <a:off x="3219347" y="947057"/>
            <a:ext cx="5358596" cy="4191000"/>
          </a:xfrm>
        </p:spPr>
      </p:pic>
    </p:spTree>
    <p:extLst>
      <p:ext uri="{BB962C8B-B14F-4D97-AF65-F5344CB8AC3E}">
        <p14:creationId xmlns:p14="http://schemas.microsoft.com/office/powerpoint/2010/main" val="2176285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</TotalTime>
  <Words>342</Words>
  <Application>Microsoft Office PowerPoint</Application>
  <PresentationFormat>宽屏</PresentationFormat>
  <Paragraphs>91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等线</vt:lpstr>
      <vt:lpstr>等线 Light</vt:lpstr>
      <vt:lpstr>宋体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聂永欣</dc:creator>
  <cp:lastModifiedBy>索定扬 索定扬</cp:lastModifiedBy>
  <cp:revision>19</cp:revision>
  <dcterms:created xsi:type="dcterms:W3CDTF">2020-12-03T13:16:01Z</dcterms:created>
  <dcterms:modified xsi:type="dcterms:W3CDTF">2024-06-05T13:03:45Z</dcterms:modified>
</cp:coreProperties>
</file>