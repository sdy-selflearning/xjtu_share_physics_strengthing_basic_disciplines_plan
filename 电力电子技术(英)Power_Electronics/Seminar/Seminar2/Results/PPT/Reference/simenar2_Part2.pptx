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sdx" ContentType="application/vnd.ms-visio.drawi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5"/>
  </p:notesMasterIdLst>
  <p:handoutMasterIdLst>
    <p:handoutMasterId r:id="rId16"/>
  </p:handoutMasterIdLst>
  <p:sldIdLst>
    <p:sldId id="865" r:id="rId2"/>
    <p:sldId id="867" r:id="rId3"/>
    <p:sldId id="868" r:id="rId4"/>
    <p:sldId id="881" r:id="rId5"/>
    <p:sldId id="878" r:id="rId6"/>
    <p:sldId id="890" r:id="rId7"/>
    <p:sldId id="882" r:id="rId8"/>
    <p:sldId id="889" r:id="rId9"/>
    <p:sldId id="883" r:id="rId10"/>
    <p:sldId id="885" r:id="rId11"/>
    <p:sldId id="887" r:id="rId12"/>
    <p:sldId id="888" r:id="rId13"/>
    <p:sldId id="871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5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63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9BD4"/>
    <a:srgbClr val="00539E"/>
    <a:srgbClr val="89DFFD"/>
    <a:srgbClr val="FFFFFF"/>
    <a:srgbClr val="00467F"/>
    <a:srgbClr val="64A3D7"/>
    <a:srgbClr val="2F5597"/>
    <a:srgbClr val="C5D2FB"/>
    <a:srgbClr val="2E5497"/>
    <a:srgbClr val="EAF2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中度样式 3 - 强调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95" autoAdjust="0"/>
    <p:restoredTop sz="82416" autoAdjust="0"/>
  </p:normalViewPr>
  <p:slideViewPr>
    <p:cSldViewPr snapToGrid="0">
      <p:cViewPr varScale="1">
        <p:scale>
          <a:sx n="91" d="100"/>
          <a:sy n="91" d="100"/>
        </p:scale>
        <p:origin x="752" y="48"/>
      </p:cViewPr>
      <p:guideLst>
        <p:guide pos="415"/>
        <p:guide pos="7256"/>
        <p:guide orient="horz" pos="663"/>
        <p:guide orient="horz" pos="712"/>
        <p:guide orient="horz" pos="3928"/>
        <p:guide orient="horz" pos="386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284" y="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02B2444D-4CC0-FEE2-5A8D-7F12B05073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A846A58-C415-4ADE-1695-EA5014AF447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7BF5FC-9D6A-42F5-8C09-767A8DA8628C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5C7DADB-A1F1-26C7-70C6-1BB4C179C51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4D41EC4-2558-E297-9E2E-5E207E67EC5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188AFB-E2C8-47AD-AC97-3D757F9A55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931763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BB5295-0690-45DE-9E01-B4636744B25F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413C37-BE2C-4CB8-940D-F8BE2EE629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946851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13C37-BE2C-4CB8-940D-F8BE2EE6293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7681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624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0A10012-7DE7-4927-9338-9F6658B3ED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33919"/>
          <a:stretch/>
        </p:blipFill>
        <p:spPr>
          <a:xfrm>
            <a:off x="2737536" y="-23325"/>
            <a:ext cx="9450900" cy="6862666"/>
          </a:xfrm>
          <a:prstGeom prst="rect">
            <a:avLst/>
          </a:prstGeom>
        </p:spPr>
      </p:pic>
      <p:sp>
        <p:nvSpPr>
          <p:cNvPr id="4" name="矩形 11">
            <a:extLst>
              <a:ext uri="{FF2B5EF4-FFF2-40B4-BE49-F238E27FC236}">
                <a16:creationId xmlns:a16="http://schemas.microsoft.com/office/drawing/2014/main" id="{6D79298F-0D06-4C33-B0C8-D8D4B3C7F645}"/>
              </a:ext>
            </a:extLst>
          </p:cNvPr>
          <p:cNvSpPr/>
          <p:nvPr/>
        </p:nvSpPr>
        <p:spPr>
          <a:xfrm flipH="1">
            <a:off x="0" y="-9329"/>
            <a:ext cx="9172142" cy="6858000"/>
          </a:xfrm>
          <a:custGeom>
            <a:avLst/>
            <a:gdLst/>
            <a:ahLst/>
            <a:cxnLst/>
            <a:rect l="l" t="t" r="r" b="b"/>
            <a:pathLst>
              <a:path w="6444208" h="5143500">
                <a:moveTo>
                  <a:pt x="2078067" y="0"/>
                </a:moveTo>
                <a:lnTo>
                  <a:pt x="6444208" y="0"/>
                </a:lnTo>
                <a:lnTo>
                  <a:pt x="6444208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/>
              <a:cs typeface="+mn-cs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375712F-5EB0-48CF-9FE8-EC8503252FB1}"/>
              </a:ext>
            </a:extLst>
          </p:cNvPr>
          <p:cNvGrpSpPr/>
          <p:nvPr/>
        </p:nvGrpSpPr>
        <p:grpSpPr>
          <a:xfrm flipH="1">
            <a:off x="6096000" y="-18659"/>
            <a:ext cx="3603649" cy="6858000"/>
            <a:chOff x="1531613" y="0"/>
            <a:chExt cx="3375826" cy="6858000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15D3B33A-F02C-4656-AAD3-5B0BE0C5F2E8}"/>
                </a:ext>
              </a:extLst>
            </p:cNvPr>
            <p:cNvSpPr/>
            <p:nvPr/>
          </p:nvSpPr>
          <p:spPr>
            <a:xfrm>
              <a:off x="1761297" y="0"/>
              <a:ext cx="3146142" cy="6858000"/>
            </a:xfrm>
            <a:custGeom>
              <a:avLst/>
              <a:gdLst>
                <a:gd name="connsiteX0" fmla="*/ 2770756 w 3146142"/>
                <a:gd name="connsiteY0" fmla="*/ 0 h 6858000"/>
                <a:gd name="connsiteX1" fmla="*/ 3146142 w 3146142"/>
                <a:gd name="connsiteY1" fmla="*/ 0 h 6858000"/>
                <a:gd name="connsiteX2" fmla="*/ 375386 w 3146142"/>
                <a:gd name="connsiteY2" fmla="*/ 6858000 h 6858000"/>
                <a:gd name="connsiteX3" fmla="*/ 0 w 3146142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6142" h="6858000">
                  <a:moveTo>
                    <a:pt x="2770756" y="0"/>
                  </a:moveTo>
                  <a:lnTo>
                    <a:pt x="3146142" y="0"/>
                  </a:lnTo>
                  <a:lnTo>
                    <a:pt x="375386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05EA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cs typeface="+mn-cs"/>
              </a:endParaRPr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BD1839CB-583C-4271-B060-782D5A68F403}"/>
                </a:ext>
              </a:extLst>
            </p:cNvPr>
            <p:cNvSpPr/>
            <p:nvPr/>
          </p:nvSpPr>
          <p:spPr>
            <a:xfrm>
              <a:off x="1531613" y="0"/>
              <a:ext cx="3030637" cy="6858000"/>
            </a:xfrm>
            <a:custGeom>
              <a:avLst/>
              <a:gdLst>
                <a:gd name="connsiteX0" fmla="*/ 2770756 w 3030637"/>
                <a:gd name="connsiteY0" fmla="*/ 0 h 6858000"/>
                <a:gd name="connsiteX1" fmla="*/ 3030637 w 3030637"/>
                <a:gd name="connsiteY1" fmla="*/ 0 h 6858000"/>
                <a:gd name="connsiteX2" fmla="*/ 259881 w 3030637"/>
                <a:gd name="connsiteY2" fmla="*/ 6858000 h 6858000"/>
                <a:gd name="connsiteX3" fmla="*/ 0 w 3030637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0637" h="6858000">
                  <a:moveTo>
                    <a:pt x="2770756" y="0"/>
                  </a:moveTo>
                  <a:lnTo>
                    <a:pt x="3030637" y="0"/>
                  </a:lnTo>
                  <a:lnTo>
                    <a:pt x="259881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39AC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0911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2A0C902C-3FF8-4FA4-A1C6-DFF8957E42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433" b="25926"/>
          <a:stretch/>
        </p:blipFill>
        <p:spPr>
          <a:xfrm>
            <a:off x="0" y="0"/>
            <a:ext cx="9921730" cy="6909263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13EC86AA-D47E-4A88-A781-07F144E3A418}"/>
              </a:ext>
            </a:extLst>
          </p:cNvPr>
          <p:cNvSpPr/>
          <p:nvPr userDrawn="1"/>
        </p:nvSpPr>
        <p:spPr>
          <a:xfrm>
            <a:off x="0" y="0"/>
            <a:ext cx="12227769" cy="6909263"/>
          </a:xfrm>
          <a:prstGeom prst="rect">
            <a:avLst/>
          </a:prstGeom>
          <a:gradFill flip="none" rotWithShape="1">
            <a:gsLst>
              <a:gs pos="0">
                <a:srgbClr val="1A5E87">
                  <a:alpha val="85000"/>
                </a:srgbClr>
              </a:gs>
              <a:gs pos="99000">
                <a:srgbClr val="04033F">
                  <a:alpha val="46000"/>
                </a:srgb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11">
            <a:extLst>
              <a:ext uri="{FF2B5EF4-FFF2-40B4-BE49-F238E27FC236}">
                <a16:creationId xmlns:a16="http://schemas.microsoft.com/office/drawing/2014/main" id="{0119A14A-C4AA-42E7-9D23-C174C794F125}"/>
              </a:ext>
            </a:extLst>
          </p:cNvPr>
          <p:cNvSpPr/>
          <p:nvPr userDrawn="1"/>
        </p:nvSpPr>
        <p:spPr>
          <a:xfrm>
            <a:off x="3635492" y="0"/>
            <a:ext cx="8592277" cy="6909262"/>
          </a:xfrm>
          <a:custGeom>
            <a:avLst/>
            <a:gdLst/>
            <a:ahLst/>
            <a:cxnLst/>
            <a:rect l="l" t="t" r="r" b="b"/>
            <a:pathLst>
              <a:path w="6444208" h="5143500">
                <a:moveTo>
                  <a:pt x="2078067" y="0"/>
                </a:moveTo>
                <a:lnTo>
                  <a:pt x="6444208" y="0"/>
                </a:lnTo>
                <a:lnTo>
                  <a:pt x="6444208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/>
              <a:cs typeface="+mn-cs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55343508-74C1-4CAA-9324-E0F7ACC404DC}"/>
              </a:ext>
            </a:extLst>
          </p:cNvPr>
          <p:cNvGrpSpPr/>
          <p:nvPr userDrawn="1"/>
        </p:nvGrpSpPr>
        <p:grpSpPr>
          <a:xfrm>
            <a:off x="3078548" y="0"/>
            <a:ext cx="3375827" cy="6909262"/>
            <a:chOff x="1531612" y="0"/>
            <a:chExt cx="3375827" cy="6858000"/>
          </a:xfrm>
        </p:grpSpPr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EE1A43F8-E422-44D5-992D-34F95D22FAD3}"/>
                </a:ext>
              </a:extLst>
            </p:cNvPr>
            <p:cNvSpPr/>
            <p:nvPr/>
          </p:nvSpPr>
          <p:spPr>
            <a:xfrm>
              <a:off x="1761297" y="0"/>
              <a:ext cx="3146142" cy="6858000"/>
            </a:xfrm>
            <a:custGeom>
              <a:avLst/>
              <a:gdLst>
                <a:gd name="connsiteX0" fmla="*/ 2770756 w 3146142"/>
                <a:gd name="connsiteY0" fmla="*/ 0 h 6858000"/>
                <a:gd name="connsiteX1" fmla="*/ 3146142 w 3146142"/>
                <a:gd name="connsiteY1" fmla="*/ 0 h 6858000"/>
                <a:gd name="connsiteX2" fmla="*/ 375386 w 3146142"/>
                <a:gd name="connsiteY2" fmla="*/ 6858000 h 6858000"/>
                <a:gd name="connsiteX3" fmla="*/ 0 w 3146142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6142" h="6858000">
                  <a:moveTo>
                    <a:pt x="2770756" y="0"/>
                  </a:moveTo>
                  <a:lnTo>
                    <a:pt x="3146142" y="0"/>
                  </a:lnTo>
                  <a:lnTo>
                    <a:pt x="375386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05EA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cs typeface="+mn-cs"/>
              </a:endParaRPr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3887ABFF-373A-45AC-961C-3E52ECA3C972}"/>
                </a:ext>
              </a:extLst>
            </p:cNvPr>
            <p:cNvSpPr/>
            <p:nvPr/>
          </p:nvSpPr>
          <p:spPr>
            <a:xfrm>
              <a:off x="1531612" y="0"/>
              <a:ext cx="3030637" cy="6858000"/>
            </a:xfrm>
            <a:custGeom>
              <a:avLst/>
              <a:gdLst>
                <a:gd name="connsiteX0" fmla="*/ 2770756 w 3030637"/>
                <a:gd name="connsiteY0" fmla="*/ 0 h 6858000"/>
                <a:gd name="connsiteX1" fmla="*/ 3030637 w 3030637"/>
                <a:gd name="connsiteY1" fmla="*/ 0 h 6858000"/>
                <a:gd name="connsiteX2" fmla="*/ 259881 w 3030637"/>
                <a:gd name="connsiteY2" fmla="*/ 6858000 h 6858000"/>
                <a:gd name="connsiteX3" fmla="*/ 0 w 3030637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0637" h="6858000">
                  <a:moveTo>
                    <a:pt x="2770756" y="0"/>
                  </a:moveTo>
                  <a:lnTo>
                    <a:pt x="3030637" y="0"/>
                  </a:lnTo>
                  <a:lnTo>
                    <a:pt x="259881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39AC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cs typeface="+mn-cs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CFA2CC2-4612-4EE2-90AB-B415538446D3}"/>
              </a:ext>
            </a:extLst>
          </p:cNvPr>
          <p:cNvGrpSpPr/>
          <p:nvPr userDrawn="1"/>
        </p:nvGrpSpPr>
        <p:grpSpPr>
          <a:xfrm>
            <a:off x="11698028" y="5577840"/>
            <a:ext cx="529752" cy="1331422"/>
            <a:chOff x="11489652" y="4991405"/>
            <a:chExt cx="753203" cy="1866596"/>
          </a:xfrm>
        </p:grpSpPr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1F3DD0C5-2670-4ACB-8EEA-1114032923F5}"/>
                </a:ext>
              </a:extLst>
            </p:cNvPr>
            <p:cNvSpPr/>
            <p:nvPr/>
          </p:nvSpPr>
          <p:spPr>
            <a:xfrm>
              <a:off x="11680176" y="5504185"/>
              <a:ext cx="562679" cy="1353816"/>
            </a:xfrm>
            <a:custGeom>
              <a:avLst/>
              <a:gdLst>
                <a:gd name="connsiteX0" fmla="*/ 339228 w 339228"/>
                <a:gd name="connsiteY0" fmla="*/ 0 h 839635"/>
                <a:gd name="connsiteX1" fmla="*/ 339228 w 339228"/>
                <a:gd name="connsiteY1" fmla="*/ 839635 h 839635"/>
                <a:gd name="connsiteX2" fmla="*/ 0 w 339228"/>
                <a:gd name="connsiteY2" fmla="*/ 839635 h 839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9228" h="839635">
                  <a:moveTo>
                    <a:pt x="339228" y="0"/>
                  </a:moveTo>
                  <a:lnTo>
                    <a:pt x="339228" y="839635"/>
                  </a:lnTo>
                  <a:lnTo>
                    <a:pt x="0" y="839635"/>
                  </a:lnTo>
                  <a:close/>
                </a:path>
              </a:pathLst>
            </a:custGeom>
            <a:solidFill>
              <a:srgbClr val="005EA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cs typeface="+mn-cs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FCF5B2F3-93A4-4991-88B8-BA9B1260FF42}"/>
                </a:ext>
              </a:extLst>
            </p:cNvPr>
            <p:cNvSpPr/>
            <p:nvPr userDrawn="1"/>
          </p:nvSpPr>
          <p:spPr>
            <a:xfrm>
              <a:off x="11489652" y="4991405"/>
              <a:ext cx="753193" cy="1866596"/>
            </a:xfrm>
            <a:custGeom>
              <a:avLst/>
              <a:gdLst>
                <a:gd name="connsiteX0" fmla="*/ 702346 w 702346"/>
                <a:gd name="connsiteY0" fmla="*/ 0 h 1738401"/>
                <a:gd name="connsiteX1" fmla="*/ 702346 w 702346"/>
                <a:gd name="connsiteY1" fmla="*/ 428827 h 1738401"/>
                <a:gd name="connsiteX2" fmla="*/ 173254 w 702346"/>
                <a:gd name="connsiteY2" fmla="*/ 1738401 h 1738401"/>
                <a:gd name="connsiteX3" fmla="*/ 0 w 702346"/>
                <a:gd name="connsiteY3" fmla="*/ 1738401 h 1738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2346" h="1738401">
                  <a:moveTo>
                    <a:pt x="702346" y="0"/>
                  </a:moveTo>
                  <a:lnTo>
                    <a:pt x="702346" y="428827"/>
                  </a:lnTo>
                  <a:lnTo>
                    <a:pt x="173254" y="1738401"/>
                  </a:lnTo>
                  <a:lnTo>
                    <a:pt x="0" y="1738401"/>
                  </a:lnTo>
                  <a:close/>
                </a:path>
              </a:pathLst>
            </a:custGeom>
            <a:solidFill>
              <a:srgbClr val="039ACF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4660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352F6E0D-B311-4712-8F24-91A3096F0870}"/>
              </a:ext>
            </a:extLst>
          </p:cNvPr>
          <p:cNvGrpSpPr/>
          <p:nvPr userDrawn="1"/>
        </p:nvGrpSpPr>
        <p:grpSpPr>
          <a:xfrm>
            <a:off x="-61453" y="-11151"/>
            <a:ext cx="12314904" cy="6909263"/>
            <a:chOff x="-61453" y="-11151"/>
            <a:chExt cx="12314904" cy="6909263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D92EA381-98CE-4E3C-8594-B586B31CE7C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2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5926"/>
            <a:stretch/>
          </p:blipFill>
          <p:spPr>
            <a:xfrm>
              <a:off x="-61452" y="-11151"/>
              <a:ext cx="12314903" cy="6909263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56EBF749-5D8A-4207-A71B-B45DCF2D05AF}"/>
                </a:ext>
              </a:extLst>
            </p:cNvPr>
            <p:cNvSpPr/>
            <p:nvPr userDrawn="1"/>
          </p:nvSpPr>
          <p:spPr>
            <a:xfrm>
              <a:off x="-61453" y="0"/>
              <a:ext cx="12314903" cy="6898112"/>
            </a:xfrm>
            <a:prstGeom prst="rect">
              <a:avLst/>
            </a:prstGeom>
            <a:gradFill flip="none" rotWithShape="1">
              <a:gsLst>
                <a:gs pos="0">
                  <a:srgbClr val="1A5E87"/>
                </a:gs>
                <a:gs pos="100000">
                  <a:srgbClr val="04033F">
                    <a:alpha val="80000"/>
                  </a:srgb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82510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F082F2DE-06D9-4DB3-AEC1-7F3AFADA1C83}"/>
              </a:ext>
            </a:extLst>
          </p:cNvPr>
          <p:cNvGrpSpPr/>
          <p:nvPr userDrawn="1"/>
        </p:nvGrpSpPr>
        <p:grpSpPr>
          <a:xfrm>
            <a:off x="394159" y="310888"/>
            <a:ext cx="682341" cy="539179"/>
            <a:chOff x="1801006" y="1526207"/>
            <a:chExt cx="1242672" cy="981947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879BAAD-D596-4660-850C-986DA00828E2}"/>
                </a:ext>
              </a:extLst>
            </p:cNvPr>
            <p:cNvSpPr/>
            <p:nvPr userDrawn="1"/>
          </p:nvSpPr>
          <p:spPr>
            <a:xfrm>
              <a:off x="2224301" y="1732937"/>
              <a:ext cx="819377" cy="695740"/>
            </a:xfrm>
            <a:prstGeom prst="rect">
              <a:avLst/>
            </a:prstGeom>
            <a:solidFill>
              <a:srgbClr val="89DF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" name="任意多边形 13">
              <a:extLst>
                <a:ext uri="{FF2B5EF4-FFF2-40B4-BE49-F238E27FC236}">
                  <a16:creationId xmlns:a16="http://schemas.microsoft.com/office/drawing/2014/main" id="{6E0A6764-AB13-4A78-B49D-46CD59722C15}"/>
                </a:ext>
              </a:extLst>
            </p:cNvPr>
            <p:cNvSpPr/>
            <p:nvPr userDrawn="1"/>
          </p:nvSpPr>
          <p:spPr>
            <a:xfrm>
              <a:off x="1801006" y="1526207"/>
              <a:ext cx="1063935" cy="981947"/>
            </a:xfrm>
            <a:custGeom>
              <a:avLst/>
              <a:gdLst>
                <a:gd name="connsiteX0" fmla="*/ 0 w 2864941"/>
                <a:gd name="connsiteY0" fmla="*/ 0 h 981947"/>
                <a:gd name="connsiteX1" fmla="*/ 2864941 w 2864941"/>
                <a:gd name="connsiteY1" fmla="*/ 0 h 981947"/>
                <a:gd name="connsiteX2" fmla="*/ 2041802 w 2864941"/>
                <a:gd name="connsiteY2" fmla="*/ 981947 h 981947"/>
                <a:gd name="connsiteX3" fmla="*/ 0 w 2864941"/>
                <a:gd name="connsiteY3" fmla="*/ 981947 h 98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4941" h="981947">
                  <a:moveTo>
                    <a:pt x="0" y="0"/>
                  </a:moveTo>
                  <a:lnTo>
                    <a:pt x="2864941" y="0"/>
                  </a:lnTo>
                  <a:lnTo>
                    <a:pt x="2041802" y="981947"/>
                  </a:lnTo>
                  <a:lnTo>
                    <a:pt x="0" y="981947"/>
                  </a:lnTo>
                  <a:close/>
                </a:path>
              </a:pathLst>
            </a:custGeom>
            <a:solidFill>
              <a:srgbClr val="005AA6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8089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5163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1002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1" r:id="rId2"/>
    <p:sldLayoutId id="2147483682" r:id="rId3"/>
    <p:sldLayoutId id="2147483683" r:id="rId4"/>
    <p:sldLayoutId id="2147483684" r:id="rId5"/>
    <p:sldLayoutId id="2147483685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package" Target="../embeddings/Microsoft_Visio_Drawing2.vsdx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emf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31049" y="1855366"/>
            <a:ext cx="8175445" cy="3529890"/>
          </a:xfrm>
          <a:prstGeom prst="rect">
            <a:avLst/>
          </a:prstGeom>
        </p:spPr>
      </p:pic>
      <p:sp>
        <p:nvSpPr>
          <p:cNvPr id="34" name="平行四边形 33">
            <a:extLst>
              <a:ext uri="{FF2B5EF4-FFF2-40B4-BE49-F238E27FC236}">
                <a16:creationId xmlns:a16="http://schemas.microsoft.com/office/drawing/2014/main" id="{86B2D4A7-EE6A-BF42-B6C7-8FA38A66A2CE}"/>
              </a:ext>
            </a:extLst>
          </p:cNvPr>
          <p:cNvSpPr/>
          <p:nvPr/>
        </p:nvSpPr>
        <p:spPr>
          <a:xfrm>
            <a:off x="9395331" y="0"/>
            <a:ext cx="5520696" cy="6858000"/>
          </a:xfrm>
          <a:prstGeom prst="parallelogram">
            <a:avLst>
              <a:gd name="adj" fmla="val 76100"/>
            </a:avLst>
          </a:prstGeom>
          <a:gradFill>
            <a:gsLst>
              <a:gs pos="0">
                <a:srgbClr val="0070C0"/>
              </a:gs>
              <a:gs pos="100000">
                <a:srgbClr val="002060"/>
              </a:gs>
            </a:gsLst>
            <a:lin ang="2700000" scaled="1"/>
          </a:gradFill>
          <a:ln>
            <a:noFill/>
          </a:ln>
          <a:effectLst>
            <a:outerShdw blurRad="762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思源黑体 CN Regular" panose="020B0500000000000000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4" name="平行四边形 13">
            <a:extLst>
              <a:ext uri="{FF2B5EF4-FFF2-40B4-BE49-F238E27FC236}">
                <a16:creationId xmlns:a16="http://schemas.microsoft.com/office/drawing/2014/main" id="{D823E484-0B40-2142-B031-E0D3C2E285D0}"/>
              </a:ext>
            </a:extLst>
          </p:cNvPr>
          <p:cNvSpPr/>
          <p:nvPr/>
        </p:nvSpPr>
        <p:spPr>
          <a:xfrm>
            <a:off x="-4160345" y="1627322"/>
            <a:ext cx="6973806" cy="5230678"/>
          </a:xfrm>
          <a:prstGeom prst="parallelogram">
            <a:avLst>
              <a:gd name="adj" fmla="val 60655"/>
            </a:avLst>
          </a:prstGeom>
          <a:solidFill>
            <a:srgbClr val="0070C0"/>
          </a:solidFill>
          <a:ln>
            <a:noFill/>
          </a:ln>
          <a:effectLst>
            <a:outerShdw blurRad="508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思源黑体 CN Regular" panose="020B0500000000000000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6" name="三角形 15">
            <a:extLst>
              <a:ext uri="{FF2B5EF4-FFF2-40B4-BE49-F238E27FC236}">
                <a16:creationId xmlns:a16="http://schemas.microsoft.com/office/drawing/2014/main" id="{A8E4160F-A117-3742-A80D-C35D1C84BE1D}"/>
              </a:ext>
            </a:extLst>
          </p:cNvPr>
          <p:cNvSpPr/>
          <p:nvPr/>
        </p:nvSpPr>
        <p:spPr>
          <a:xfrm>
            <a:off x="2003698" y="1631111"/>
            <a:ext cx="1627559" cy="1337504"/>
          </a:xfrm>
          <a:prstGeom prst="triangle">
            <a:avLst/>
          </a:prstGeom>
          <a:gradFill flip="none" rotWithShape="1">
            <a:gsLst>
              <a:gs pos="0">
                <a:srgbClr val="0070C0"/>
              </a:gs>
              <a:gs pos="100000">
                <a:srgbClr val="00206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思源黑体 CN Regular" panose="020B0500000000000000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0" name="三角形 29">
            <a:extLst>
              <a:ext uri="{FF2B5EF4-FFF2-40B4-BE49-F238E27FC236}">
                <a16:creationId xmlns:a16="http://schemas.microsoft.com/office/drawing/2014/main" id="{62928718-7D9F-894D-B6B3-73F71A130AE1}"/>
              </a:ext>
            </a:extLst>
          </p:cNvPr>
          <p:cNvSpPr/>
          <p:nvPr/>
        </p:nvSpPr>
        <p:spPr>
          <a:xfrm rot="10800000">
            <a:off x="2987725" y="1911477"/>
            <a:ext cx="1266785" cy="1041025"/>
          </a:xfrm>
          <a:prstGeom prst="triangle">
            <a:avLst/>
          </a:prstGeom>
          <a:solidFill>
            <a:srgbClr val="0064C8"/>
          </a:solidFill>
          <a:ln>
            <a:noFill/>
          </a:ln>
          <a:effectLst>
            <a:outerShdw blurRad="762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思源黑体 CN Regular" panose="020B0500000000000000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37242BB2-26E7-CA49-BE1E-84F60E12B8B6}"/>
              </a:ext>
            </a:extLst>
          </p:cNvPr>
          <p:cNvCxnSpPr>
            <a:cxnSpLocks/>
          </p:cNvCxnSpPr>
          <p:nvPr/>
        </p:nvCxnSpPr>
        <p:spPr>
          <a:xfrm flipH="1">
            <a:off x="11098400" y="5047329"/>
            <a:ext cx="1093600" cy="1810671"/>
          </a:xfrm>
          <a:prstGeom prst="line">
            <a:avLst/>
          </a:prstGeom>
          <a:ln w="25400">
            <a:solidFill>
              <a:srgbClr val="0064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C9150DC7-FB14-DD4A-B235-3C48BD9D61EF}"/>
              </a:ext>
            </a:extLst>
          </p:cNvPr>
          <p:cNvCxnSpPr>
            <a:cxnSpLocks/>
          </p:cNvCxnSpPr>
          <p:nvPr/>
        </p:nvCxnSpPr>
        <p:spPr>
          <a:xfrm flipH="1">
            <a:off x="5680255" y="1466983"/>
            <a:ext cx="904030" cy="1501632"/>
          </a:xfrm>
          <a:prstGeom prst="line">
            <a:avLst/>
          </a:prstGeom>
          <a:ln w="25400">
            <a:solidFill>
              <a:srgbClr val="0064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2F21B032-8745-2449-B83A-53B057574FFF}"/>
              </a:ext>
            </a:extLst>
          </p:cNvPr>
          <p:cNvCxnSpPr>
            <a:cxnSpLocks/>
          </p:cNvCxnSpPr>
          <p:nvPr/>
        </p:nvCxnSpPr>
        <p:spPr>
          <a:xfrm flipH="1">
            <a:off x="-228600" y="5572016"/>
            <a:ext cx="904030" cy="1501632"/>
          </a:xfrm>
          <a:prstGeom prst="line">
            <a:avLst/>
          </a:prstGeom>
          <a:ln w="25400">
            <a:solidFill>
              <a:srgbClr val="0064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平行四边形 56">
            <a:extLst>
              <a:ext uri="{FF2B5EF4-FFF2-40B4-BE49-F238E27FC236}">
                <a16:creationId xmlns:a16="http://schemas.microsoft.com/office/drawing/2014/main" id="{DCF785ED-1755-D64A-A51D-E9D064A726E6}"/>
              </a:ext>
            </a:extLst>
          </p:cNvPr>
          <p:cNvSpPr/>
          <p:nvPr/>
        </p:nvSpPr>
        <p:spPr>
          <a:xfrm>
            <a:off x="-5637890" y="2431990"/>
            <a:ext cx="6973806" cy="5230678"/>
          </a:xfrm>
          <a:prstGeom prst="parallelogram">
            <a:avLst>
              <a:gd name="adj" fmla="val 60655"/>
            </a:avLst>
          </a:prstGeom>
          <a:gradFill flip="none" rotWithShape="1">
            <a:gsLst>
              <a:gs pos="0">
                <a:srgbClr val="0070C0"/>
              </a:gs>
              <a:gs pos="100000">
                <a:srgbClr val="002060"/>
              </a:gs>
            </a:gsLst>
            <a:lin ang="135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思源黑体 CN Regular" panose="020B0500000000000000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FA12E5D-A6AF-4A7A-AF92-BAC5402304BD}"/>
              </a:ext>
            </a:extLst>
          </p:cNvPr>
          <p:cNvSpPr txBox="1"/>
          <p:nvPr/>
        </p:nvSpPr>
        <p:spPr>
          <a:xfrm>
            <a:off x="3127252" y="6047634"/>
            <a:ext cx="3500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yuzihui</a:t>
            </a:r>
            <a:endParaRPr kumimoji="1"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32A4011-5BEA-4638-977C-E3BC4816A160}"/>
              </a:ext>
            </a:extLst>
          </p:cNvPr>
          <p:cNvSpPr/>
          <p:nvPr/>
        </p:nvSpPr>
        <p:spPr>
          <a:xfrm>
            <a:off x="5193464" y="3063616"/>
            <a:ext cx="5994380" cy="241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  <a:defRPr/>
            </a:pPr>
            <a:r>
              <a:rPr kumimoji="1" lang="en-US" altLang="zh-CN" sz="4000" b="1" dirty="0">
                <a:solidFill>
                  <a:srgbClr val="0046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PART2</a:t>
            </a:r>
            <a:r>
              <a:rPr kumimoji="1" lang="zh-CN" altLang="en-US" sz="4000" b="1" dirty="0">
                <a:solidFill>
                  <a:srgbClr val="0046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sz="4000" b="1" dirty="0">
                <a:solidFill>
                  <a:srgbClr val="0046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Three-Phase Full Bridge Rectifier (Power Diode)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5DDACF7-E0A3-4530-89D6-B003378BD5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3692" y="2095342"/>
            <a:ext cx="2514152" cy="673296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63FA3653-82D5-4836-BF8E-E76465672A51}"/>
              </a:ext>
            </a:extLst>
          </p:cNvPr>
          <p:cNvSpPr txBox="1"/>
          <p:nvPr/>
        </p:nvSpPr>
        <p:spPr>
          <a:xfrm>
            <a:off x="6042175" y="6047634"/>
            <a:ext cx="2430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2023.10.17</a:t>
            </a:r>
            <a:endParaRPr kumimoji="1"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176E453-D6CD-9FE4-5899-F2B6F19D16D4}"/>
              </a:ext>
            </a:extLst>
          </p:cNvPr>
          <p:cNvSpPr txBox="1"/>
          <p:nvPr/>
        </p:nvSpPr>
        <p:spPr>
          <a:xfrm>
            <a:off x="11676743" y="6322832"/>
            <a:ext cx="515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915589"/>
      </p:ext>
    </p:extLst>
  </p:cSld>
  <p:clrMapOvr>
    <a:masterClrMapping/>
  </p:clrMapOvr>
  <p:extLst>
    <p:ext uri="{E180D4A7-C9FB-4DFB-919C-405C955672EB}">
      <p14:showEvtLst xmlns:p14="http://schemas.microsoft.com/office/powerpoint/2010/main">
        <p14:playEvt time="0" objId="21"/>
      </p14:showEvt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9A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任意多边形: 形状 76">
            <a:extLst>
              <a:ext uri="{FF2B5EF4-FFF2-40B4-BE49-F238E27FC236}">
                <a16:creationId xmlns:a16="http://schemas.microsoft.com/office/drawing/2014/main" id="{D0BE0627-68E5-41E6-9C95-3CAFA0D6578E}"/>
              </a:ext>
            </a:extLst>
          </p:cNvPr>
          <p:cNvSpPr/>
          <p:nvPr/>
        </p:nvSpPr>
        <p:spPr>
          <a:xfrm flipH="1">
            <a:off x="472439" y="319249"/>
            <a:ext cx="1589824" cy="1441259"/>
          </a:xfrm>
          <a:custGeom>
            <a:avLst/>
            <a:gdLst>
              <a:gd name="connsiteX0" fmla="*/ 5148624 w 5999018"/>
              <a:gd name="connsiteY0" fmla="*/ 0 h 1700788"/>
              <a:gd name="connsiteX1" fmla="*/ 3953495 w 5999018"/>
              <a:gd name="connsiteY1" fmla="*/ 0 h 1700788"/>
              <a:gd name="connsiteX2" fmla="*/ 1195129 w 5999018"/>
              <a:gd name="connsiteY2" fmla="*/ 0 h 1700788"/>
              <a:gd name="connsiteX3" fmla="*/ 0 w 5999018"/>
              <a:gd name="connsiteY3" fmla="*/ 0 h 1700788"/>
              <a:gd name="connsiteX4" fmla="*/ 0 w 5999018"/>
              <a:gd name="connsiteY4" fmla="*/ 1700788 h 1700788"/>
              <a:gd name="connsiteX5" fmla="*/ 1195129 w 5999018"/>
              <a:gd name="connsiteY5" fmla="*/ 1700788 h 1700788"/>
              <a:gd name="connsiteX6" fmla="*/ 3953495 w 5999018"/>
              <a:gd name="connsiteY6" fmla="*/ 1700788 h 1700788"/>
              <a:gd name="connsiteX7" fmla="*/ 5148624 w 5999018"/>
              <a:gd name="connsiteY7" fmla="*/ 1700788 h 1700788"/>
              <a:gd name="connsiteX8" fmla="*/ 5999018 w 5999018"/>
              <a:gd name="connsiteY8" fmla="*/ 850394 h 1700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99018" h="1700788">
                <a:moveTo>
                  <a:pt x="5148624" y="0"/>
                </a:moveTo>
                <a:lnTo>
                  <a:pt x="3953495" y="0"/>
                </a:lnTo>
                <a:lnTo>
                  <a:pt x="1195129" y="0"/>
                </a:lnTo>
                <a:lnTo>
                  <a:pt x="0" y="0"/>
                </a:lnTo>
                <a:lnTo>
                  <a:pt x="0" y="1700788"/>
                </a:lnTo>
                <a:lnTo>
                  <a:pt x="1195129" y="1700788"/>
                </a:lnTo>
                <a:lnTo>
                  <a:pt x="3953495" y="1700788"/>
                </a:lnTo>
                <a:lnTo>
                  <a:pt x="5148624" y="1700788"/>
                </a:lnTo>
                <a:lnTo>
                  <a:pt x="5999018" y="850394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50000"/>
                </a:schemeClr>
              </a:gs>
              <a:gs pos="100000">
                <a:srgbClr val="0070C0"/>
              </a:gs>
            </a:gsLst>
            <a:lin ang="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8" name="文本占位符 1">
            <a:extLst>
              <a:ext uri="{FF2B5EF4-FFF2-40B4-BE49-F238E27FC236}">
                <a16:creationId xmlns:a16="http://schemas.microsoft.com/office/drawing/2014/main" id="{FAE29F67-39D8-4482-A819-9A8F636DDE2A}"/>
              </a:ext>
            </a:extLst>
          </p:cNvPr>
          <p:cNvSpPr txBox="1"/>
          <p:nvPr/>
        </p:nvSpPr>
        <p:spPr>
          <a:xfrm>
            <a:off x="2003123" y="920780"/>
            <a:ext cx="3754877" cy="66358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4400" b="1" i="1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ONTENTS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E74C39B-EE01-45A3-B96F-59CF3A8A2A3F}"/>
              </a:ext>
            </a:extLst>
          </p:cNvPr>
          <p:cNvSpPr/>
          <p:nvPr/>
        </p:nvSpPr>
        <p:spPr>
          <a:xfrm>
            <a:off x="891041" y="381259"/>
            <a:ext cx="1063112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8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C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42172691-A737-499C-A1B6-6A3118019D13}"/>
              </a:ext>
            </a:extLst>
          </p:cNvPr>
          <p:cNvGrpSpPr/>
          <p:nvPr/>
        </p:nvGrpSpPr>
        <p:grpSpPr>
          <a:xfrm>
            <a:off x="1954153" y="2365534"/>
            <a:ext cx="2779733" cy="589473"/>
            <a:chOff x="6676062" y="1485494"/>
            <a:chExt cx="2779733" cy="589473"/>
          </a:xfrm>
        </p:grpSpPr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79F45A2D-1DB2-4D10-8154-E1B336E09842}"/>
                </a:ext>
              </a:extLst>
            </p:cNvPr>
            <p:cNvGrpSpPr/>
            <p:nvPr/>
          </p:nvGrpSpPr>
          <p:grpSpPr>
            <a:xfrm>
              <a:off x="6676062" y="1485494"/>
              <a:ext cx="679374" cy="589473"/>
              <a:chOff x="725726" y="1781746"/>
              <a:chExt cx="515267" cy="515267"/>
            </a:xfrm>
          </p:grpSpPr>
          <p:sp>
            <p:nvSpPr>
              <p:cNvPr id="46" name="椭圆 45">
                <a:extLst>
                  <a:ext uri="{FF2B5EF4-FFF2-40B4-BE49-F238E27FC236}">
                    <a16:creationId xmlns:a16="http://schemas.microsoft.com/office/drawing/2014/main" id="{762B5412-0803-42C0-96D7-0625BF2430CD}"/>
                  </a:ext>
                </a:extLst>
              </p:cNvPr>
              <p:cNvSpPr/>
              <p:nvPr/>
            </p:nvSpPr>
            <p:spPr bwMode="auto">
              <a:xfrm>
                <a:off x="725726" y="1781746"/>
                <a:ext cx="515267" cy="515267"/>
              </a:xfrm>
              <a:prstGeom prst="ellipse">
                <a:avLst/>
              </a:prstGeom>
              <a:gradFill>
                <a:gsLst>
                  <a:gs pos="0">
                    <a:srgbClr val="FBFBFB"/>
                  </a:gs>
                  <a:gs pos="100000">
                    <a:srgbClr val="CBCFD0"/>
                  </a:gs>
                </a:gsLst>
                <a:lin ang="19800000" scaled="0"/>
              </a:gradFill>
              <a:ln w="22225" cap="flat" cmpd="sng" algn="ctr">
                <a:noFill/>
                <a:prstDash val="sysDot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alatino" charset="0"/>
                  <a:ea typeface="华文宋体" panose="02010600040101010101" charset="-122"/>
                  <a:cs typeface="+mn-cs"/>
                  <a:sym typeface="Palatino" charset="0"/>
                </a:endParaRPr>
              </a:p>
            </p:txBody>
          </p: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2116894E-76C9-4F8A-8117-7527B6CE0BA7}"/>
                  </a:ext>
                </a:extLst>
              </p:cNvPr>
              <p:cNvSpPr/>
              <p:nvPr/>
            </p:nvSpPr>
            <p:spPr>
              <a:xfrm>
                <a:off x="792109" y="1823935"/>
                <a:ext cx="389296" cy="4573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tencil" panose="040409050D0802020404" pitchFamily="82" charset="0"/>
                    <a:ea typeface="等线" panose="02010600030101010101" pitchFamily="2" charset="-122"/>
                    <a:cs typeface="+mn-cs"/>
                  </a:rPr>
                  <a:t>01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tencil" panose="040409050D0802020404" pitchFamily="82" charset="0"/>
                  <a:ea typeface="等线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52266479-2DD6-4A24-B4CC-1F3C9098E4D0}"/>
                </a:ext>
              </a:extLst>
            </p:cNvPr>
            <p:cNvSpPr/>
            <p:nvPr/>
          </p:nvSpPr>
          <p:spPr>
            <a:xfrm>
              <a:off x="7470956" y="1487843"/>
              <a:ext cx="1984839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3200" b="1" kern="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Principle</a:t>
              </a:r>
              <a:endPara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56D672DA-F3E6-4173-BDE5-AE6C928716F8}"/>
              </a:ext>
            </a:extLst>
          </p:cNvPr>
          <p:cNvGrpSpPr/>
          <p:nvPr/>
        </p:nvGrpSpPr>
        <p:grpSpPr>
          <a:xfrm>
            <a:off x="1954153" y="3384907"/>
            <a:ext cx="3422540" cy="589473"/>
            <a:chOff x="6676062" y="2441885"/>
            <a:chExt cx="3422540" cy="589473"/>
          </a:xfrm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6D8C647C-F043-4052-AC78-B132FD0DCCFC}"/>
                </a:ext>
              </a:extLst>
            </p:cNvPr>
            <p:cNvSpPr/>
            <p:nvPr/>
          </p:nvSpPr>
          <p:spPr>
            <a:xfrm>
              <a:off x="7470956" y="2444234"/>
              <a:ext cx="2627646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zh-CN" sz="3200" b="1" kern="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Simulation</a:t>
              </a:r>
              <a:endParaRPr lang="zh-CN" altLang="en-US" sz="3200" b="1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79322077-D761-4D3D-A451-1175453C66FC}"/>
                </a:ext>
              </a:extLst>
            </p:cNvPr>
            <p:cNvGrpSpPr/>
            <p:nvPr/>
          </p:nvGrpSpPr>
          <p:grpSpPr>
            <a:xfrm>
              <a:off x="6676062" y="2441885"/>
              <a:ext cx="676565" cy="589473"/>
              <a:chOff x="725726" y="1781746"/>
              <a:chExt cx="515267" cy="515267"/>
            </a:xfrm>
          </p:grpSpPr>
          <p:sp>
            <p:nvSpPr>
              <p:cNvPr id="38" name="椭圆 37">
                <a:extLst>
                  <a:ext uri="{FF2B5EF4-FFF2-40B4-BE49-F238E27FC236}">
                    <a16:creationId xmlns:a16="http://schemas.microsoft.com/office/drawing/2014/main" id="{630C35DD-66C1-465C-BF02-7AC45E75C905}"/>
                  </a:ext>
                </a:extLst>
              </p:cNvPr>
              <p:cNvSpPr/>
              <p:nvPr/>
            </p:nvSpPr>
            <p:spPr bwMode="auto">
              <a:xfrm>
                <a:off x="725726" y="1781746"/>
                <a:ext cx="515267" cy="515267"/>
              </a:xfrm>
              <a:prstGeom prst="ellipse">
                <a:avLst/>
              </a:prstGeom>
              <a:gradFill>
                <a:gsLst>
                  <a:gs pos="0">
                    <a:srgbClr val="FBFBFB"/>
                  </a:gs>
                  <a:gs pos="100000">
                    <a:srgbClr val="CBCFD0"/>
                  </a:gs>
                </a:gsLst>
                <a:lin ang="19800000" scaled="0"/>
              </a:gradFill>
              <a:ln w="22225" cap="flat" cmpd="sng" algn="ctr">
                <a:noFill/>
                <a:prstDash val="sysDot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alatino" charset="0"/>
                  <a:ea typeface="华文宋体" panose="02010600040101010101" charset="-122"/>
                  <a:cs typeface="+mn-cs"/>
                  <a:sym typeface="Palatino" charset="0"/>
                </a:endParaRPr>
              </a:p>
            </p:txBody>
          </p:sp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79ED0FF3-87EC-4597-9274-2A8EC94083BB}"/>
                  </a:ext>
                </a:extLst>
              </p:cNvPr>
              <p:cNvSpPr/>
              <p:nvPr/>
            </p:nvSpPr>
            <p:spPr>
              <a:xfrm>
                <a:off x="774821" y="1823935"/>
                <a:ext cx="423874" cy="4573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tencil" panose="040409050D0802020404" pitchFamily="82" charset="0"/>
                    <a:ea typeface="等线" panose="02010600030101010101" pitchFamily="2" charset="-122"/>
                    <a:cs typeface="+mn-cs"/>
                  </a:rPr>
                  <a:t>02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tencil" panose="040409050D0802020404" pitchFamily="82" charset="0"/>
                  <a:ea typeface="等线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CA31B28D-EA77-4E28-BCDD-4D53600DAEDC}"/>
              </a:ext>
            </a:extLst>
          </p:cNvPr>
          <p:cNvGrpSpPr/>
          <p:nvPr/>
        </p:nvGrpSpPr>
        <p:grpSpPr>
          <a:xfrm>
            <a:off x="1954153" y="4404280"/>
            <a:ext cx="4897299" cy="589473"/>
            <a:chOff x="6676062" y="3398276"/>
            <a:chExt cx="4897299" cy="589473"/>
          </a:xfrm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3AC50555-2960-4FCC-8070-BCB1ABA4E6B4}"/>
                </a:ext>
              </a:extLst>
            </p:cNvPr>
            <p:cNvGrpSpPr/>
            <p:nvPr/>
          </p:nvGrpSpPr>
          <p:grpSpPr>
            <a:xfrm>
              <a:off x="6676062" y="3398276"/>
              <a:ext cx="677509" cy="589473"/>
              <a:chOff x="725726" y="1781746"/>
              <a:chExt cx="515267" cy="515267"/>
            </a:xfrm>
          </p:grpSpPr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5FBAB032-E77A-41F2-9034-A166A1912DA9}"/>
                  </a:ext>
                </a:extLst>
              </p:cNvPr>
              <p:cNvSpPr/>
              <p:nvPr/>
            </p:nvSpPr>
            <p:spPr bwMode="auto">
              <a:xfrm>
                <a:off x="725726" y="1781746"/>
                <a:ext cx="515267" cy="515267"/>
              </a:xfrm>
              <a:prstGeom prst="ellipse">
                <a:avLst/>
              </a:prstGeom>
              <a:gradFill>
                <a:gsLst>
                  <a:gs pos="0">
                    <a:srgbClr val="FBFBFB"/>
                  </a:gs>
                  <a:gs pos="100000">
                    <a:srgbClr val="CBCFD0"/>
                  </a:gs>
                </a:gsLst>
                <a:lin ang="19800000" scaled="0"/>
              </a:gradFill>
              <a:ln w="22225" cap="flat" cmpd="sng" algn="ctr">
                <a:noFill/>
                <a:prstDash val="sysDot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alatino" charset="0"/>
                  <a:ea typeface="华文宋体" panose="02010600040101010101" charset="-122"/>
                  <a:cs typeface="+mn-cs"/>
                  <a:sym typeface="Palatino" charset="0"/>
                </a:endParaRPr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D7CFD069-1B70-4C65-AF18-0844E51344BB}"/>
                  </a:ext>
                </a:extLst>
              </p:cNvPr>
              <p:cNvSpPr/>
              <p:nvPr/>
            </p:nvSpPr>
            <p:spPr>
              <a:xfrm>
                <a:off x="770850" y="1823935"/>
                <a:ext cx="431817" cy="4573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tencil" panose="040409050D0802020404" pitchFamily="82" charset="0"/>
                    <a:ea typeface="等线" panose="02010600030101010101" pitchFamily="2" charset="-122"/>
                    <a:cs typeface="+mn-cs"/>
                  </a:rPr>
                  <a:t>03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tencil" panose="040409050D0802020404" pitchFamily="82" charset="0"/>
                  <a:ea typeface="等线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ADA1BFE4-9348-426D-9896-3E4F766B5058}"/>
                </a:ext>
              </a:extLst>
            </p:cNvPr>
            <p:cNvSpPr/>
            <p:nvPr/>
          </p:nvSpPr>
          <p:spPr>
            <a:xfrm>
              <a:off x="7470956" y="3400625"/>
              <a:ext cx="4102405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altLang="zh-CN" sz="3200" b="1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Result and analysis</a:t>
              </a:r>
              <a:endParaRPr lang="zh-CN" alt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1840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>
            <a:extLst>
              <a:ext uri="{FF2B5EF4-FFF2-40B4-BE49-F238E27FC236}">
                <a16:creationId xmlns:a16="http://schemas.microsoft.com/office/drawing/2014/main" id="{4492E562-4BFF-407E-A59A-40E2E5E7517B}"/>
              </a:ext>
            </a:extLst>
          </p:cNvPr>
          <p:cNvSpPr txBox="1"/>
          <p:nvPr/>
        </p:nvSpPr>
        <p:spPr>
          <a:xfrm>
            <a:off x="7437119" y="947994"/>
            <a:ext cx="2731647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0" b="1" i="1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01</a:t>
            </a:r>
            <a:endParaRPr kumimoji="0" lang="zh-CN" altLang="en-US" sz="15000" b="1" i="1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4472C4">
                      <a:lumMod val="50000"/>
                    </a:srgbClr>
                  </a:gs>
                  <a:gs pos="100000">
                    <a:srgbClr val="0070C0"/>
                  </a:gs>
                </a:gsLst>
                <a:lin ang="0" scaled="1"/>
              </a:gradFill>
              <a:effectLst/>
              <a:uLnTx/>
              <a:uFillTx/>
              <a:latin typeface="Arial Black" panose="020B0A040201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12C8FBC-87CA-4CCA-8BA4-F6FE1AAFDE6B}"/>
              </a:ext>
            </a:extLst>
          </p:cNvPr>
          <p:cNvSpPr/>
          <p:nvPr/>
        </p:nvSpPr>
        <p:spPr>
          <a:xfrm>
            <a:off x="5266000" y="3707215"/>
            <a:ext cx="5969051" cy="8402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5400" b="1" dirty="0"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Principle</a:t>
            </a:r>
            <a:endParaRPr kumimoji="0" lang="zh-CN" altLang="en-US" sz="5400" b="1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4472C4">
                      <a:lumMod val="50000"/>
                    </a:srgbClr>
                  </a:gs>
                  <a:gs pos="100000">
                    <a:srgbClr val="0070C0"/>
                  </a:gs>
                </a:gsLst>
                <a:lin ang="0" scaled="1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82D19271-6C26-428E-BBB7-7A197FCB972F}"/>
              </a:ext>
            </a:extLst>
          </p:cNvPr>
          <p:cNvCxnSpPr/>
          <p:nvPr/>
        </p:nvCxnSpPr>
        <p:spPr>
          <a:xfrm>
            <a:off x="5266000" y="4547445"/>
            <a:ext cx="5969051" cy="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7BF07766-27C7-E07C-57B6-790EDE9CBB4C}"/>
              </a:ext>
            </a:extLst>
          </p:cNvPr>
          <p:cNvSpPr txBox="1"/>
          <p:nvPr/>
        </p:nvSpPr>
        <p:spPr>
          <a:xfrm>
            <a:off x="3053817" y="3270509"/>
            <a:ext cx="3245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8E2E295-84C5-5888-CEF4-8FA894A4DA85}"/>
              </a:ext>
            </a:extLst>
          </p:cNvPr>
          <p:cNvSpPr txBox="1"/>
          <p:nvPr/>
        </p:nvSpPr>
        <p:spPr>
          <a:xfrm>
            <a:off x="3053817" y="3270509"/>
            <a:ext cx="6121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6A73A1C-1CD3-515A-4DF1-F7E8F97F9CFD}"/>
              </a:ext>
            </a:extLst>
          </p:cNvPr>
          <p:cNvSpPr txBox="1"/>
          <p:nvPr/>
        </p:nvSpPr>
        <p:spPr>
          <a:xfrm>
            <a:off x="11716186" y="6355737"/>
            <a:ext cx="3245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19962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B6C6DA43-A364-4845-A897-2606EA40FA74}"/>
              </a:ext>
            </a:extLst>
          </p:cNvPr>
          <p:cNvSpPr/>
          <p:nvPr/>
        </p:nvSpPr>
        <p:spPr>
          <a:xfrm>
            <a:off x="1152000" y="288000"/>
            <a:ext cx="220765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Principle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73E1B0-B1DA-3A67-8DC6-768E5C1D817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899819" y="3441614"/>
            <a:ext cx="26085813" cy="57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2BAFEC5-AA05-FBB6-5816-75169B55EC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1187905"/>
              </p:ext>
            </p:extLst>
          </p:nvPr>
        </p:nvGraphicFramePr>
        <p:xfrm>
          <a:off x="114563" y="1824575"/>
          <a:ext cx="6931359" cy="30233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339173" imgH="1021064" progId="Visio.Drawing.15">
                  <p:embed/>
                </p:oleObj>
              </mc:Choice>
              <mc:Fallback>
                <p:oleObj r:id="rId3" imgW="2339173" imgH="1021064" progId="Visio.Drawing.15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563" y="1824575"/>
                        <a:ext cx="6931359" cy="302339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14FAFA-579A-7576-9B6A-E278EC50C416}"/>
                  </a:ext>
                </a:extLst>
              </p:cNvPr>
              <p:cNvSpPr txBox="1"/>
              <p:nvPr/>
            </p:nvSpPr>
            <p:spPr>
              <a:xfrm>
                <a:off x="6567599" y="1809997"/>
                <a:ext cx="613965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𝐴𝑠𝑖𝑛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𝑎𝑏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𝑎𝑐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𝑏𝑎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𝑏𝑐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𝑐𝑎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𝑐𝑏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zh-CN" dirty="0"/>
                        <m:t>}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14FAFA-579A-7576-9B6A-E278EC50C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7599" y="1809997"/>
                <a:ext cx="6139658" cy="276999"/>
              </a:xfrm>
              <a:prstGeom prst="rect">
                <a:avLst/>
              </a:prstGeom>
              <a:blipFill>
                <a:blip r:embed="rId5"/>
                <a:stretch>
                  <a:fillRect t="-4444" b="-3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C6580F8-F61F-D0D8-EEFB-64B7E5802D9B}"/>
                  </a:ext>
                </a:extLst>
              </p:cNvPr>
              <p:cNvSpPr txBox="1"/>
              <p:nvPr/>
            </p:nvSpPr>
            <p:spPr>
              <a:xfrm>
                <a:off x="7833514" y="2356095"/>
                <a:ext cx="37741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𝐼𝑓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𝑑𝑒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𝑡h𝑒𝑛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𝑑𝑒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C6580F8-F61F-D0D8-EEFB-64B7E5802D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3514" y="2356095"/>
                <a:ext cx="3774175" cy="276999"/>
              </a:xfrm>
              <a:prstGeom prst="rect">
                <a:avLst/>
              </a:prstGeom>
              <a:blipFill>
                <a:blip r:embed="rId6"/>
                <a:stretch>
                  <a:fillRect l="-1292" t="-28261" b="-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E9BB66A-7469-C7BA-1958-3D2465A43027}"/>
                  </a:ext>
                </a:extLst>
              </p:cNvPr>
              <p:cNvSpPr txBox="1"/>
              <p:nvPr/>
            </p:nvSpPr>
            <p:spPr>
              <a:xfrm>
                <a:off x="8550270" y="2690080"/>
                <a:ext cx="2174316" cy="6635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𝐶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𝑑𝑈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𝑑𝑒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𝑑𝑒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E9BB66A-7469-C7BA-1958-3D2465A430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0270" y="2690080"/>
                <a:ext cx="2174316" cy="6635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0FDC6F19-CFFF-4B01-E21E-D8568DA77AFD}"/>
                  </a:ext>
                </a:extLst>
              </p:cNvPr>
              <p:cNvSpPr txBox="1"/>
              <p:nvPr/>
            </p:nvSpPr>
            <p:spPr>
              <a:xfrm>
                <a:off x="7782714" y="3242017"/>
                <a:ext cx="13992224" cy="9473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𝐼𝑓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𝑑𝑒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,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𝑡h𝑒𝑛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𝐶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𝑑𝑈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𝑑𝑒</m:t>
                            </m:r>
                          </m:sub>
                        </m:sSub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𝑑𝑒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dirty="0"/>
                  <a:t>=0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        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𝑑𝑒</m:t>
                        </m:r>
                      </m:sub>
                    </m:sSub>
                  </m:oMath>
                </a14:m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sub>
                            </m:sSub>
                          </m:den>
                        </m:f>
                      </m:sup>
                    </m:s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0FDC6F19-CFFF-4B01-E21E-D8568DA77A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2714" y="3242017"/>
                <a:ext cx="13992224" cy="947311"/>
              </a:xfrm>
              <a:prstGeom prst="rect">
                <a:avLst/>
              </a:prstGeom>
              <a:blipFill>
                <a:blip r:embed="rId8"/>
                <a:stretch>
                  <a:fillRect l="-131" b="-96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C39A997-6952-BF9F-F3A7-91CCE204B67A}"/>
                  </a:ext>
                </a:extLst>
              </p:cNvPr>
              <p:cNvSpPr txBox="1"/>
              <p:nvPr/>
            </p:nvSpPr>
            <p:spPr>
              <a:xfrm>
                <a:off x="8243999" y="4250133"/>
                <a:ext cx="23748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C39A997-6952-BF9F-F3A7-91CCE204B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3999" y="4250133"/>
                <a:ext cx="237480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649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3AF24331-C662-4664-8A2A-2FA0B70E90F6}"/>
                  </a:ext>
                </a:extLst>
              </p:cNvPr>
              <p:cNvSpPr/>
              <p:nvPr/>
            </p:nvSpPr>
            <p:spPr>
              <a:xfrm>
                <a:off x="1152000" y="288000"/>
                <a:ext cx="2920928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6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Scope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sub>
                    </m:sSub>
                  </m:oMath>
                </a14:m>
                <a:r>
                  <a:rPr kumimoji="0" lang="en-US" altLang="zh-CN" sz="36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kumimoji="0" lang="zh-CN" altLang="en-US" sz="3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3AF24331-C662-4664-8A2A-2FA0B70E90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2000" y="288000"/>
                <a:ext cx="2920928" cy="646331"/>
              </a:xfrm>
              <a:prstGeom prst="rect">
                <a:avLst/>
              </a:prstGeom>
              <a:blipFill>
                <a:blip r:embed="rId2"/>
                <a:stretch>
                  <a:fillRect l="-6472" t="-14151" b="-349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组合 23">
            <a:extLst>
              <a:ext uri="{FF2B5EF4-FFF2-40B4-BE49-F238E27FC236}">
                <a16:creationId xmlns:a16="http://schemas.microsoft.com/office/drawing/2014/main" id="{C1E84758-912A-42BE-BFD3-C05A3DA05BEF}"/>
              </a:ext>
            </a:extLst>
          </p:cNvPr>
          <p:cNvGrpSpPr/>
          <p:nvPr/>
        </p:nvGrpSpPr>
        <p:grpSpPr>
          <a:xfrm>
            <a:off x="1763739" y="3583518"/>
            <a:ext cx="1506640" cy="574723"/>
            <a:chOff x="1030092" y="2801429"/>
            <a:chExt cx="2749471" cy="57472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4D2248D0-110F-4D56-BAF8-83317EB1AF06}"/>
                </a:ext>
              </a:extLst>
            </p:cNvPr>
            <p:cNvSpPr/>
            <p:nvPr/>
          </p:nvSpPr>
          <p:spPr>
            <a:xfrm>
              <a:off x="1030092" y="2801429"/>
              <a:ext cx="274947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2" algn="ctr">
                <a:defRPr/>
              </a:pPr>
              <a:r>
                <a:rPr lang="zh-CN" altLang="en-US" sz="2400" b="1" kern="0" dirty="0">
                  <a:solidFill>
                    <a:schemeClr val="bg1"/>
                  </a:solidFill>
                  <a:latin typeface="Arial" panose="020B0604020202020204"/>
                  <a:ea typeface="微软雅黑" panose="020B0503020204020204" pitchFamily="34" charset="-122"/>
                </a:rPr>
                <a:t>添加文本</a:t>
              </a:r>
              <a:endParaRPr lang="en-US" altLang="zh-CN" sz="2400" b="1" kern="0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C59B930C-7002-45CD-A454-7E5D6ABDE5AF}"/>
                </a:ext>
              </a:extLst>
            </p:cNvPr>
            <p:cNvCxnSpPr/>
            <p:nvPr/>
          </p:nvCxnSpPr>
          <p:spPr>
            <a:xfrm>
              <a:off x="2188827" y="3376152"/>
              <a:ext cx="432000" cy="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4CD780F7-F784-4012-93F8-AC1DD297F515}"/>
              </a:ext>
            </a:extLst>
          </p:cNvPr>
          <p:cNvGrpSpPr/>
          <p:nvPr/>
        </p:nvGrpSpPr>
        <p:grpSpPr>
          <a:xfrm>
            <a:off x="4986630" y="3583518"/>
            <a:ext cx="1506640" cy="574723"/>
            <a:chOff x="1030092" y="2801429"/>
            <a:chExt cx="2749471" cy="574723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758139A3-B597-4E6D-8615-31FBD80F84F9}"/>
                </a:ext>
              </a:extLst>
            </p:cNvPr>
            <p:cNvSpPr/>
            <p:nvPr/>
          </p:nvSpPr>
          <p:spPr>
            <a:xfrm>
              <a:off x="1030092" y="2801429"/>
              <a:ext cx="274947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2" algn="ctr">
                <a:defRPr/>
              </a:pPr>
              <a:r>
                <a:rPr lang="zh-CN" altLang="en-US" sz="2400" b="1" kern="0" dirty="0">
                  <a:solidFill>
                    <a:schemeClr val="bg1"/>
                  </a:solidFill>
                  <a:latin typeface="Arial" panose="020B0604020202020204"/>
                  <a:ea typeface="微软雅黑" panose="020B0503020204020204" pitchFamily="34" charset="-122"/>
                </a:rPr>
                <a:t>添加文本</a:t>
              </a:r>
              <a:endParaRPr lang="en-US" altLang="zh-CN" sz="2400" b="1" kern="0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783AA1AD-4594-44BD-84E8-6A459B2848C0}"/>
                </a:ext>
              </a:extLst>
            </p:cNvPr>
            <p:cNvCxnSpPr/>
            <p:nvPr/>
          </p:nvCxnSpPr>
          <p:spPr>
            <a:xfrm>
              <a:off x="2188827" y="3376152"/>
              <a:ext cx="432000" cy="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BE809097-CDAD-4D98-85B4-B5DA08761D51}"/>
              </a:ext>
            </a:extLst>
          </p:cNvPr>
          <p:cNvGrpSpPr/>
          <p:nvPr/>
        </p:nvGrpSpPr>
        <p:grpSpPr>
          <a:xfrm>
            <a:off x="8211512" y="3583518"/>
            <a:ext cx="1506640" cy="574723"/>
            <a:chOff x="1030092" y="2801429"/>
            <a:chExt cx="2749471" cy="57472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70DC2E47-72B3-46D0-80B7-17B2ED35D91D}"/>
                </a:ext>
              </a:extLst>
            </p:cNvPr>
            <p:cNvSpPr/>
            <p:nvPr/>
          </p:nvSpPr>
          <p:spPr>
            <a:xfrm>
              <a:off x="1030092" y="2801429"/>
              <a:ext cx="274947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2" algn="ctr">
                <a:defRPr/>
              </a:pPr>
              <a:r>
                <a:rPr lang="zh-CN" altLang="en-US" sz="2400" b="1" kern="0" dirty="0">
                  <a:solidFill>
                    <a:schemeClr val="bg1"/>
                  </a:solidFill>
                  <a:latin typeface="Arial" panose="020B0604020202020204"/>
                  <a:ea typeface="微软雅黑" panose="020B0503020204020204" pitchFamily="34" charset="-122"/>
                </a:rPr>
                <a:t>添加文本</a:t>
              </a:r>
              <a:endParaRPr lang="en-US" altLang="zh-CN" sz="2400" b="1" kern="0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41BA1470-CF6D-49A2-97FF-DD093DD11558}"/>
                </a:ext>
              </a:extLst>
            </p:cNvPr>
            <p:cNvCxnSpPr/>
            <p:nvPr/>
          </p:nvCxnSpPr>
          <p:spPr>
            <a:xfrm>
              <a:off x="2188827" y="3376152"/>
              <a:ext cx="432000" cy="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2D88F08-1CF4-DF81-1DC5-30AD52D0B3B4}"/>
                  </a:ext>
                </a:extLst>
              </p:cNvPr>
              <p:cNvSpPr txBox="1"/>
              <p:nvPr/>
            </p:nvSpPr>
            <p:spPr>
              <a:xfrm>
                <a:off x="7438055" y="1003782"/>
                <a:ext cx="272785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dirty="0"/>
                  <a:t>Determination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2D88F08-1CF4-DF81-1DC5-30AD52D0B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8055" y="1003782"/>
                <a:ext cx="2727850" cy="400110"/>
              </a:xfrm>
              <a:prstGeom prst="rect">
                <a:avLst/>
              </a:prstGeom>
              <a:blipFill>
                <a:blip r:embed="rId3"/>
                <a:stretch>
                  <a:fillRect l="-2232" t="-9231" b="-2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7D134EC-B872-3A5D-FA8E-26F43115A651}"/>
                  </a:ext>
                </a:extLst>
              </p:cNvPr>
              <p:cNvSpPr txBox="1"/>
              <p:nvPr/>
            </p:nvSpPr>
            <p:spPr>
              <a:xfrm>
                <a:off x="5323885" y="1668040"/>
                <a:ext cx="6096000" cy="1855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𝑑𝑈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𝑑𝑒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                            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𝐴𝑤</m:t>
                      </m:r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</m:fNam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func>
                            <m:func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)(−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altLang="zh-CN" b="0" dirty="0"/>
              </a:p>
              <a:p>
                <a:pPr algn="ctr"/>
                <a:r>
                  <a:rPr lang="en-US" altLang="zh-CN" b="0" dirty="0"/>
                  <a:t>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𝑤𝐶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))</m:t>
                        </m:r>
                      </m:e>
                    </m:func>
                  </m:oMath>
                </a14:m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7D134EC-B872-3A5D-FA8E-26F43115A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3885" y="1668040"/>
                <a:ext cx="6096000" cy="18550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FFDECFF3-DBDB-BAC5-5A2C-727C5ABB6963}"/>
                  </a:ext>
                </a:extLst>
              </p:cNvPr>
              <p:cNvSpPr txBox="1"/>
              <p:nvPr/>
            </p:nvSpPr>
            <p:spPr>
              <a:xfrm>
                <a:off x="7140711" y="4292138"/>
                <a:ext cx="4675950" cy="6347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𝐴</m:t>
                          </m:r>
                          <m:func>
                            <m:func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𝐴𝑠𝑖𝑛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FFDECFF3-DBDB-BAC5-5A2C-727C5ABB69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0711" y="4292138"/>
                <a:ext cx="4675950" cy="6347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40C2D5B1-9002-BF61-C38B-F0A738ACB3C3}"/>
                  </a:ext>
                </a:extLst>
              </p:cNvPr>
              <p:cNvSpPr txBox="1"/>
              <p:nvPr/>
            </p:nvSpPr>
            <p:spPr>
              <a:xfrm>
                <a:off x="7574581" y="3737634"/>
                <a:ext cx="649287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800" b="1" dirty="0"/>
                  <a:t>Determination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40C2D5B1-9002-BF61-C38B-F0A738ACB3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4581" y="3737634"/>
                <a:ext cx="6492874" cy="369332"/>
              </a:xfrm>
              <a:prstGeom prst="rect">
                <a:avLst/>
              </a:prstGeom>
              <a:blipFill>
                <a:blip r:embed="rId6"/>
                <a:stretch>
                  <a:fillRect l="-845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F148D9C8-FB0C-30B6-28C9-4B0BBF77EB19}"/>
                  </a:ext>
                </a:extLst>
              </p:cNvPr>
              <p:cNvSpPr txBox="1"/>
              <p:nvPr/>
            </p:nvSpPr>
            <p:spPr>
              <a:xfrm>
                <a:off x="2985812" y="5398868"/>
                <a:ext cx="6492874" cy="9106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𝐶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𝑑𝑈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𝑑𝑒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𝑑𝑒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</m:t>
                      </m:r>
                      <m:rad>
                        <m:radPr>
                          <m:deg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Sup>
                                <m:sSub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rad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𝑠𝑖𝑛</m:t>
                          </m:r>
                        </m:fNam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altLang="zh-CN" b="0" i="1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F148D9C8-FB0C-30B6-28C9-4B0BBF77E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5812" y="5398868"/>
                <a:ext cx="6492874" cy="9106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>
            <a:extLst>
              <a:ext uri="{FF2B5EF4-FFF2-40B4-BE49-F238E27FC236}">
                <a16:creationId xmlns:a16="http://schemas.microsoft.com/office/drawing/2014/main" id="{4B4EAA66-17AD-8708-336C-D2A07C7E0E5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5685" y="1220498"/>
            <a:ext cx="4840315" cy="35717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D29AD96-B535-1D7A-BF33-E6BB9229526A}"/>
                  </a:ext>
                </a:extLst>
              </p:cNvPr>
              <p:cNvSpPr txBox="1"/>
              <p:nvPr/>
            </p:nvSpPr>
            <p:spPr>
              <a:xfrm>
                <a:off x="9257715" y="5695965"/>
                <a:ext cx="70354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&lt;</m:t>
                    </m:r>
                  </m:oMath>
                </a14:m>
                <a:r>
                  <a:rPr lang="en-US" altLang="zh-CN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D29AD96-B535-1D7A-BF33-E6BB92295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7715" y="5695965"/>
                <a:ext cx="703542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6767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3AF24331-C662-4664-8A2A-2FA0B70E90F6}"/>
                  </a:ext>
                </a:extLst>
              </p:cNvPr>
              <p:cNvSpPr/>
              <p:nvPr/>
            </p:nvSpPr>
            <p:spPr>
              <a:xfrm>
                <a:off x="1152000" y="288000"/>
                <a:ext cx="3626185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>
                  <a:spcBef>
                    <a:spcPct val="200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 kern="0">
                              <a:solidFill>
                                <a:prstClr val="black">
                                  <a:lumMod val="95000"/>
                                  <a:lumOff val="5000"/>
                                </a:prst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600" b="1" i="1" kern="0">
                              <a:solidFill>
                                <a:prstClr val="black">
                                  <a:lumMod val="95000"/>
                                  <a:lumOff val="5000"/>
                                </a:prst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𝑰</m:t>
                          </m:r>
                        </m:e>
                        <m:sub>
                          <m:r>
                            <a:rPr lang="en-US" altLang="zh-CN" sz="3600" b="1" i="1" kern="0">
                              <a:solidFill>
                                <a:prstClr val="black">
                                  <a:lumMod val="95000"/>
                                  <a:lumOff val="5000"/>
                                </a:prst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</m:t>
                          </m:r>
                        </m:sub>
                      </m:sSub>
                      <m:r>
                        <a:rPr lang="en-US" altLang="zh-CN" sz="3600" b="1" i="1" kern="0"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,</m:t>
                      </m:r>
                      <m:sSub>
                        <m:sSubPr>
                          <m:ctrlPr>
                            <a:rPr lang="en-US" altLang="zh-CN" sz="3600" b="1" i="1" kern="0">
                              <a:solidFill>
                                <a:prstClr val="black">
                                  <a:lumMod val="95000"/>
                                  <a:lumOff val="5000"/>
                                </a:prst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600" b="1" i="1" kern="0">
                              <a:solidFill>
                                <a:prstClr val="black">
                                  <a:lumMod val="95000"/>
                                  <a:lumOff val="5000"/>
                                </a:prst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𝑽</m:t>
                          </m:r>
                        </m:e>
                        <m:sub>
                          <m:r>
                            <a:rPr lang="en-US" altLang="zh-CN" sz="3600" b="1" i="1" kern="0">
                              <a:solidFill>
                                <a:prstClr val="black">
                                  <a:lumMod val="95000"/>
                                  <a:lumOff val="5000"/>
                                </a:prst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𝒐</m:t>
                          </m:r>
                        </m:sub>
                      </m:sSub>
                      <m:r>
                        <a:rPr lang="en-US" altLang="zh-CN" sz="3600" b="1" i="1" kern="0"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a:rPr lang="en-US" altLang="zh-CN" sz="3600" b="1" i="1" kern="0"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𝒂𝒏𝒅</m:t>
                      </m:r>
                      <m:r>
                        <a:rPr lang="en-US" altLang="zh-CN" sz="3600" b="1" i="1" kern="0"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a:rPr lang="en-US" altLang="zh-CN" sz="3600" b="1" i="1" kern="0"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𝑻𝑯𝑫</m:t>
                      </m:r>
                    </m:oMath>
                  </m:oMathPara>
                </a14:m>
                <a:endParaRPr lang="zh-CN" altLang="en-US" sz="3600" b="1" kern="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3AF24331-C662-4664-8A2A-2FA0B70E90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2000" y="288000"/>
                <a:ext cx="3626185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组合 23">
            <a:extLst>
              <a:ext uri="{FF2B5EF4-FFF2-40B4-BE49-F238E27FC236}">
                <a16:creationId xmlns:a16="http://schemas.microsoft.com/office/drawing/2014/main" id="{C1E84758-912A-42BE-BFD3-C05A3DA05BEF}"/>
              </a:ext>
            </a:extLst>
          </p:cNvPr>
          <p:cNvGrpSpPr/>
          <p:nvPr/>
        </p:nvGrpSpPr>
        <p:grpSpPr>
          <a:xfrm>
            <a:off x="1763739" y="3583518"/>
            <a:ext cx="1506640" cy="574723"/>
            <a:chOff x="1030092" y="2801429"/>
            <a:chExt cx="2749471" cy="57472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4D2248D0-110F-4D56-BAF8-83317EB1AF06}"/>
                </a:ext>
              </a:extLst>
            </p:cNvPr>
            <p:cNvSpPr/>
            <p:nvPr/>
          </p:nvSpPr>
          <p:spPr>
            <a:xfrm>
              <a:off x="1030092" y="2801429"/>
              <a:ext cx="274947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2" algn="ctr">
                <a:defRPr/>
              </a:pPr>
              <a:r>
                <a:rPr lang="zh-CN" altLang="en-US" sz="2400" b="1" kern="0" dirty="0">
                  <a:solidFill>
                    <a:schemeClr val="bg1"/>
                  </a:solidFill>
                  <a:latin typeface="Arial" panose="020B0604020202020204"/>
                  <a:ea typeface="微软雅黑" panose="020B0503020204020204" pitchFamily="34" charset="-122"/>
                </a:rPr>
                <a:t>添加文本</a:t>
              </a:r>
              <a:endParaRPr lang="en-US" altLang="zh-CN" sz="2400" b="1" kern="0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C59B930C-7002-45CD-A454-7E5D6ABDE5AF}"/>
                </a:ext>
              </a:extLst>
            </p:cNvPr>
            <p:cNvCxnSpPr/>
            <p:nvPr/>
          </p:nvCxnSpPr>
          <p:spPr>
            <a:xfrm>
              <a:off x="2188827" y="3376152"/>
              <a:ext cx="432000" cy="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4CD780F7-F784-4012-93F8-AC1DD297F515}"/>
              </a:ext>
            </a:extLst>
          </p:cNvPr>
          <p:cNvGrpSpPr/>
          <p:nvPr/>
        </p:nvGrpSpPr>
        <p:grpSpPr>
          <a:xfrm>
            <a:off x="4986630" y="3583518"/>
            <a:ext cx="1506640" cy="574723"/>
            <a:chOff x="1030092" y="2801429"/>
            <a:chExt cx="2749471" cy="574723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758139A3-B597-4E6D-8615-31FBD80F84F9}"/>
                </a:ext>
              </a:extLst>
            </p:cNvPr>
            <p:cNvSpPr/>
            <p:nvPr/>
          </p:nvSpPr>
          <p:spPr>
            <a:xfrm>
              <a:off x="1030092" y="2801429"/>
              <a:ext cx="274947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2" algn="ctr">
                <a:defRPr/>
              </a:pPr>
              <a:r>
                <a:rPr lang="zh-CN" altLang="en-US" sz="2400" b="1" kern="0" dirty="0">
                  <a:solidFill>
                    <a:schemeClr val="bg1"/>
                  </a:solidFill>
                  <a:latin typeface="Arial" panose="020B0604020202020204"/>
                  <a:ea typeface="微软雅黑" panose="020B0503020204020204" pitchFamily="34" charset="-122"/>
                </a:rPr>
                <a:t>添加文本</a:t>
              </a:r>
              <a:endParaRPr lang="en-US" altLang="zh-CN" sz="2400" b="1" kern="0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783AA1AD-4594-44BD-84E8-6A459B2848C0}"/>
                </a:ext>
              </a:extLst>
            </p:cNvPr>
            <p:cNvCxnSpPr/>
            <p:nvPr/>
          </p:nvCxnSpPr>
          <p:spPr>
            <a:xfrm>
              <a:off x="2188827" y="3376152"/>
              <a:ext cx="432000" cy="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BE809097-CDAD-4D98-85B4-B5DA08761D51}"/>
              </a:ext>
            </a:extLst>
          </p:cNvPr>
          <p:cNvGrpSpPr/>
          <p:nvPr/>
        </p:nvGrpSpPr>
        <p:grpSpPr>
          <a:xfrm>
            <a:off x="8211512" y="3583518"/>
            <a:ext cx="1506640" cy="574723"/>
            <a:chOff x="1030092" y="2801429"/>
            <a:chExt cx="2749471" cy="57472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70DC2E47-72B3-46D0-80B7-17B2ED35D91D}"/>
                </a:ext>
              </a:extLst>
            </p:cNvPr>
            <p:cNvSpPr/>
            <p:nvPr/>
          </p:nvSpPr>
          <p:spPr>
            <a:xfrm>
              <a:off x="1030092" y="2801429"/>
              <a:ext cx="274947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2" algn="ctr">
                <a:defRPr/>
              </a:pPr>
              <a:r>
                <a:rPr lang="zh-CN" altLang="en-US" sz="2400" b="1" kern="0" dirty="0">
                  <a:solidFill>
                    <a:schemeClr val="bg1"/>
                  </a:solidFill>
                  <a:latin typeface="Arial" panose="020B0604020202020204"/>
                  <a:ea typeface="微软雅黑" panose="020B0503020204020204" pitchFamily="34" charset="-122"/>
                </a:rPr>
                <a:t>添加文本</a:t>
              </a:r>
              <a:endParaRPr lang="en-US" altLang="zh-CN" sz="2400" b="1" kern="0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41BA1470-CF6D-49A2-97FF-DD093DD11558}"/>
                </a:ext>
              </a:extLst>
            </p:cNvPr>
            <p:cNvCxnSpPr/>
            <p:nvPr/>
          </p:nvCxnSpPr>
          <p:spPr>
            <a:xfrm>
              <a:off x="2188827" y="3376152"/>
              <a:ext cx="432000" cy="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4BFBC404-BB34-3806-66A0-6BE2436D70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940" y="1437428"/>
            <a:ext cx="5121183" cy="398314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46F2380-A4A8-03E2-E3A4-0453576D66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6435" y="1448181"/>
            <a:ext cx="4596792" cy="146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461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>
            <a:extLst>
              <a:ext uri="{FF2B5EF4-FFF2-40B4-BE49-F238E27FC236}">
                <a16:creationId xmlns:a16="http://schemas.microsoft.com/office/drawing/2014/main" id="{4492E562-4BFF-407E-A59A-40E2E5E7517B}"/>
              </a:ext>
            </a:extLst>
          </p:cNvPr>
          <p:cNvSpPr txBox="1"/>
          <p:nvPr/>
        </p:nvSpPr>
        <p:spPr>
          <a:xfrm>
            <a:off x="7437119" y="947994"/>
            <a:ext cx="2731647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0" b="1" i="1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02</a:t>
            </a:r>
            <a:endParaRPr kumimoji="0" lang="zh-CN" altLang="en-US" sz="15000" b="1" i="1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4472C4">
                      <a:lumMod val="50000"/>
                    </a:srgbClr>
                  </a:gs>
                  <a:gs pos="100000">
                    <a:srgbClr val="0070C0"/>
                  </a:gs>
                </a:gsLst>
                <a:lin ang="0" scaled="1"/>
              </a:gradFill>
              <a:effectLst/>
              <a:uLnTx/>
              <a:uFillTx/>
              <a:latin typeface="Arial Black" panose="020B0A040201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12C8FBC-87CA-4CCA-8BA4-F6FE1AAFDE6B}"/>
              </a:ext>
            </a:extLst>
          </p:cNvPr>
          <p:cNvSpPr/>
          <p:nvPr/>
        </p:nvSpPr>
        <p:spPr>
          <a:xfrm>
            <a:off x="5266000" y="3707215"/>
            <a:ext cx="5969051" cy="8402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5400" b="1" dirty="0"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kumimoji="0" lang="en-US" altLang="zh-CN" sz="5400" b="1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imulat</a:t>
            </a:r>
            <a:r>
              <a:rPr lang="en-US" altLang="zh-CN" sz="5400" b="1" dirty="0"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ion</a:t>
            </a:r>
            <a:endParaRPr kumimoji="0" lang="zh-CN" altLang="en-US" sz="5400" b="1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4472C4">
                      <a:lumMod val="50000"/>
                    </a:srgbClr>
                  </a:gs>
                  <a:gs pos="100000">
                    <a:srgbClr val="0070C0"/>
                  </a:gs>
                </a:gsLst>
                <a:lin ang="0" scaled="1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82D19271-6C26-428E-BBB7-7A197FCB972F}"/>
              </a:ext>
            </a:extLst>
          </p:cNvPr>
          <p:cNvCxnSpPr/>
          <p:nvPr/>
        </p:nvCxnSpPr>
        <p:spPr>
          <a:xfrm>
            <a:off x="5266000" y="4547445"/>
            <a:ext cx="5969051" cy="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291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3AF24331-C662-4664-8A2A-2FA0B70E90F6}"/>
              </a:ext>
            </a:extLst>
          </p:cNvPr>
          <p:cNvSpPr/>
          <p:nvPr/>
        </p:nvSpPr>
        <p:spPr>
          <a:xfrm>
            <a:off x="1152000" y="288000"/>
            <a:ext cx="263405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simulation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1E84758-912A-42BE-BFD3-C05A3DA05BEF}"/>
              </a:ext>
            </a:extLst>
          </p:cNvPr>
          <p:cNvGrpSpPr/>
          <p:nvPr/>
        </p:nvGrpSpPr>
        <p:grpSpPr>
          <a:xfrm>
            <a:off x="1763739" y="3583518"/>
            <a:ext cx="1506640" cy="574723"/>
            <a:chOff x="1030092" y="2801429"/>
            <a:chExt cx="2749471" cy="57472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4D2248D0-110F-4D56-BAF8-83317EB1AF06}"/>
                </a:ext>
              </a:extLst>
            </p:cNvPr>
            <p:cNvSpPr/>
            <p:nvPr/>
          </p:nvSpPr>
          <p:spPr>
            <a:xfrm>
              <a:off x="1030092" y="2801429"/>
              <a:ext cx="274947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2" algn="ctr">
                <a:defRPr/>
              </a:pPr>
              <a:r>
                <a:rPr lang="zh-CN" altLang="en-US" sz="2400" b="1" kern="0" dirty="0">
                  <a:solidFill>
                    <a:schemeClr val="bg1"/>
                  </a:solidFill>
                  <a:latin typeface="Arial" panose="020B0604020202020204"/>
                  <a:ea typeface="微软雅黑" panose="020B0503020204020204" pitchFamily="34" charset="-122"/>
                </a:rPr>
                <a:t>添加文本</a:t>
              </a:r>
              <a:endParaRPr lang="en-US" altLang="zh-CN" sz="2400" b="1" kern="0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C59B930C-7002-45CD-A454-7E5D6ABDE5AF}"/>
                </a:ext>
              </a:extLst>
            </p:cNvPr>
            <p:cNvCxnSpPr/>
            <p:nvPr/>
          </p:nvCxnSpPr>
          <p:spPr>
            <a:xfrm>
              <a:off x="2188827" y="3376152"/>
              <a:ext cx="432000" cy="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4CD780F7-F784-4012-93F8-AC1DD297F515}"/>
              </a:ext>
            </a:extLst>
          </p:cNvPr>
          <p:cNvGrpSpPr/>
          <p:nvPr/>
        </p:nvGrpSpPr>
        <p:grpSpPr>
          <a:xfrm>
            <a:off x="4986630" y="3583518"/>
            <a:ext cx="1506640" cy="574723"/>
            <a:chOff x="1030092" y="2801429"/>
            <a:chExt cx="2749471" cy="574723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758139A3-B597-4E6D-8615-31FBD80F84F9}"/>
                </a:ext>
              </a:extLst>
            </p:cNvPr>
            <p:cNvSpPr/>
            <p:nvPr/>
          </p:nvSpPr>
          <p:spPr>
            <a:xfrm>
              <a:off x="1030092" y="2801429"/>
              <a:ext cx="274947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2" algn="ctr">
                <a:defRPr/>
              </a:pPr>
              <a:r>
                <a:rPr lang="zh-CN" altLang="en-US" sz="2400" b="1" kern="0" dirty="0">
                  <a:solidFill>
                    <a:schemeClr val="bg1"/>
                  </a:solidFill>
                  <a:latin typeface="Arial" panose="020B0604020202020204"/>
                  <a:ea typeface="微软雅黑" panose="020B0503020204020204" pitchFamily="34" charset="-122"/>
                </a:rPr>
                <a:t>添加文本</a:t>
              </a:r>
              <a:endParaRPr lang="en-US" altLang="zh-CN" sz="2400" b="1" kern="0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783AA1AD-4594-44BD-84E8-6A459B2848C0}"/>
                </a:ext>
              </a:extLst>
            </p:cNvPr>
            <p:cNvCxnSpPr/>
            <p:nvPr/>
          </p:nvCxnSpPr>
          <p:spPr>
            <a:xfrm>
              <a:off x="2188827" y="3376152"/>
              <a:ext cx="432000" cy="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BE809097-CDAD-4D98-85B4-B5DA08761D51}"/>
              </a:ext>
            </a:extLst>
          </p:cNvPr>
          <p:cNvGrpSpPr/>
          <p:nvPr/>
        </p:nvGrpSpPr>
        <p:grpSpPr>
          <a:xfrm>
            <a:off x="8211512" y="3583518"/>
            <a:ext cx="1506640" cy="574723"/>
            <a:chOff x="1030092" y="2801429"/>
            <a:chExt cx="2749471" cy="57472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70DC2E47-72B3-46D0-80B7-17B2ED35D91D}"/>
                </a:ext>
              </a:extLst>
            </p:cNvPr>
            <p:cNvSpPr/>
            <p:nvPr/>
          </p:nvSpPr>
          <p:spPr>
            <a:xfrm>
              <a:off x="1030092" y="2801429"/>
              <a:ext cx="274947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2" algn="ctr">
                <a:defRPr/>
              </a:pPr>
              <a:r>
                <a:rPr lang="zh-CN" altLang="en-US" sz="2400" b="1" kern="0" dirty="0">
                  <a:solidFill>
                    <a:schemeClr val="bg1"/>
                  </a:solidFill>
                  <a:latin typeface="Arial" panose="020B0604020202020204"/>
                  <a:ea typeface="微软雅黑" panose="020B0503020204020204" pitchFamily="34" charset="-122"/>
                </a:rPr>
                <a:t>添加文本</a:t>
              </a:r>
              <a:endParaRPr lang="en-US" altLang="zh-CN" sz="2400" b="1" kern="0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41BA1470-CF6D-49A2-97FF-DD093DD11558}"/>
                </a:ext>
              </a:extLst>
            </p:cNvPr>
            <p:cNvCxnSpPr/>
            <p:nvPr/>
          </p:nvCxnSpPr>
          <p:spPr>
            <a:xfrm>
              <a:off x="2188827" y="3376152"/>
              <a:ext cx="432000" cy="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90B857D4-3554-6230-8E0D-336D670DE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28" y="1470107"/>
            <a:ext cx="4610337" cy="200035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611006B-5BBB-EBF1-474B-DAADD1A18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4165" y="768720"/>
            <a:ext cx="5374509" cy="591578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28CBEC4-8A24-F377-475E-EA78EC1E37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752" y="3955392"/>
            <a:ext cx="2057506" cy="227976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23797C7-4658-B4FF-C8A6-81CF4FFA74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3437" y="3911280"/>
            <a:ext cx="3562533" cy="22416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F115E58C-E31E-F37D-701E-DC45CEB57058}"/>
                  </a:ext>
                </a:extLst>
              </p:cNvPr>
              <p:cNvSpPr txBox="1"/>
              <p:nvPr/>
            </p:nvSpPr>
            <p:spPr>
              <a:xfrm>
                <a:off x="435380" y="1093222"/>
                <a:ext cx="39266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𝑑𝑒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F115E58C-E31E-F37D-701E-DC45CEB570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380" y="1093222"/>
                <a:ext cx="392663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98270D65-BBD2-C722-1778-719D1D766B65}"/>
              </a:ext>
            </a:extLst>
          </p:cNvPr>
          <p:cNvSpPr/>
          <p:nvPr/>
        </p:nvSpPr>
        <p:spPr>
          <a:xfrm>
            <a:off x="449004" y="1217551"/>
            <a:ext cx="113414" cy="12765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流程图: 接点 14">
            <a:extLst>
              <a:ext uri="{FF2B5EF4-FFF2-40B4-BE49-F238E27FC236}">
                <a16:creationId xmlns:a16="http://schemas.microsoft.com/office/drawing/2014/main" id="{664CE657-2185-8305-D01C-5739D37E42FA}"/>
              </a:ext>
            </a:extLst>
          </p:cNvPr>
          <p:cNvSpPr/>
          <p:nvPr/>
        </p:nvSpPr>
        <p:spPr>
          <a:xfrm>
            <a:off x="6496813" y="483515"/>
            <a:ext cx="113414" cy="12765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流程图: 接点 15">
            <a:extLst>
              <a:ext uri="{FF2B5EF4-FFF2-40B4-BE49-F238E27FC236}">
                <a16:creationId xmlns:a16="http://schemas.microsoft.com/office/drawing/2014/main" id="{0A6519C3-D8F3-778D-D944-559F993DE960}"/>
              </a:ext>
            </a:extLst>
          </p:cNvPr>
          <p:cNvSpPr/>
          <p:nvPr/>
        </p:nvSpPr>
        <p:spPr>
          <a:xfrm>
            <a:off x="499045" y="3619451"/>
            <a:ext cx="113414" cy="12765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02BE70D-AC01-EE1E-65C3-396686C7DC7C}"/>
              </a:ext>
            </a:extLst>
          </p:cNvPr>
          <p:cNvSpPr txBox="1"/>
          <p:nvPr/>
        </p:nvSpPr>
        <p:spPr>
          <a:xfrm>
            <a:off x="660349" y="3541948"/>
            <a:ext cx="977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THD</a:t>
            </a:r>
            <a:endParaRPr lang="zh-CN" altLang="en-US" b="1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B9CC409-5855-CD67-220A-417A18B4C995}"/>
              </a:ext>
            </a:extLst>
          </p:cNvPr>
          <p:cNvSpPr txBox="1"/>
          <p:nvPr/>
        </p:nvSpPr>
        <p:spPr>
          <a:xfrm>
            <a:off x="6764110" y="334160"/>
            <a:ext cx="2530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PF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582053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>
            <a:extLst>
              <a:ext uri="{FF2B5EF4-FFF2-40B4-BE49-F238E27FC236}">
                <a16:creationId xmlns:a16="http://schemas.microsoft.com/office/drawing/2014/main" id="{4492E562-4BFF-407E-A59A-40E2E5E7517B}"/>
              </a:ext>
            </a:extLst>
          </p:cNvPr>
          <p:cNvSpPr txBox="1"/>
          <p:nvPr/>
        </p:nvSpPr>
        <p:spPr>
          <a:xfrm>
            <a:off x="7437119" y="947994"/>
            <a:ext cx="2731647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0" b="1" i="1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03</a:t>
            </a:r>
            <a:endParaRPr kumimoji="0" lang="zh-CN" altLang="en-US" sz="15000" b="1" i="1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4472C4">
                      <a:lumMod val="50000"/>
                    </a:srgbClr>
                  </a:gs>
                  <a:gs pos="100000">
                    <a:srgbClr val="0070C0"/>
                  </a:gs>
                </a:gsLst>
                <a:lin ang="0" scaled="1"/>
              </a:gradFill>
              <a:effectLst/>
              <a:uLnTx/>
              <a:uFillTx/>
              <a:latin typeface="Arial Black" panose="020B0A040201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12C8FBC-87CA-4CCA-8BA4-F6FE1AAFDE6B}"/>
              </a:ext>
            </a:extLst>
          </p:cNvPr>
          <p:cNvSpPr/>
          <p:nvPr/>
        </p:nvSpPr>
        <p:spPr>
          <a:xfrm>
            <a:off x="5079733" y="3707215"/>
            <a:ext cx="7213867" cy="8402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1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100000">
                      <a:srgbClr val="0070C0"/>
                    </a:gs>
                  </a:gsLst>
                  <a:lin ang="0" scaled="1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Result and analysis</a:t>
            </a:r>
            <a:endParaRPr kumimoji="0" lang="zh-CN" altLang="en-US" sz="5400" b="1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4472C4">
                      <a:lumMod val="50000"/>
                    </a:srgbClr>
                  </a:gs>
                  <a:gs pos="100000">
                    <a:srgbClr val="0070C0"/>
                  </a:gs>
                </a:gsLst>
                <a:lin ang="0" scaled="1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82D19271-6C26-428E-BBB7-7A197FCB972F}"/>
              </a:ext>
            </a:extLst>
          </p:cNvPr>
          <p:cNvCxnSpPr/>
          <p:nvPr/>
        </p:nvCxnSpPr>
        <p:spPr>
          <a:xfrm>
            <a:off x="5266000" y="4547445"/>
            <a:ext cx="5969051" cy="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1677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3AF24331-C662-4664-8A2A-2FA0B70E90F6}"/>
              </a:ext>
            </a:extLst>
          </p:cNvPr>
          <p:cNvSpPr/>
          <p:nvPr/>
        </p:nvSpPr>
        <p:spPr>
          <a:xfrm>
            <a:off x="1152000" y="288000"/>
            <a:ext cx="372730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Output voltage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1E84758-912A-42BE-BFD3-C05A3DA05BEF}"/>
              </a:ext>
            </a:extLst>
          </p:cNvPr>
          <p:cNvGrpSpPr/>
          <p:nvPr/>
        </p:nvGrpSpPr>
        <p:grpSpPr>
          <a:xfrm>
            <a:off x="5858312" y="1135087"/>
            <a:ext cx="1506640" cy="574723"/>
            <a:chOff x="1030092" y="2801429"/>
            <a:chExt cx="2749471" cy="57472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4D2248D0-110F-4D56-BAF8-83317EB1AF06}"/>
                </a:ext>
              </a:extLst>
            </p:cNvPr>
            <p:cNvSpPr/>
            <p:nvPr/>
          </p:nvSpPr>
          <p:spPr>
            <a:xfrm>
              <a:off x="1030092" y="2801429"/>
              <a:ext cx="274947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2" algn="ctr">
                <a:defRPr/>
              </a:pPr>
              <a:r>
                <a:rPr lang="zh-CN" altLang="en-US" sz="2400" b="1" kern="0" dirty="0">
                  <a:solidFill>
                    <a:schemeClr val="bg1"/>
                  </a:solidFill>
                  <a:latin typeface="Arial" panose="020B0604020202020204"/>
                  <a:ea typeface="微软雅黑" panose="020B0503020204020204" pitchFamily="34" charset="-122"/>
                </a:rPr>
                <a:t>添加文本</a:t>
              </a:r>
              <a:endParaRPr lang="en-US" altLang="zh-CN" sz="2400" b="1" kern="0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C59B930C-7002-45CD-A454-7E5D6ABDE5AF}"/>
                </a:ext>
              </a:extLst>
            </p:cNvPr>
            <p:cNvCxnSpPr/>
            <p:nvPr/>
          </p:nvCxnSpPr>
          <p:spPr>
            <a:xfrm>
              <a:off x="2188827" y="3376152"/>
              <a:ext cx="432000" cy="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4CD780F7-F784-4012-93F8-AC1DD297F515}"/>
              </a:ext>
            </a:extLst>
          </p:cNvPr>
          <p:cNvGrpSpPr/>
          <p:nvPr/>
        </p:nvGrpSpPr>
        <p:grpSpPr>
          <a:xfrm>
            <a:off x="4986630" y="3583518"/>
            <a:ext cx="1506640" cy="574723"/>
            <a:chOff x="1030092" y="2801429"/>
            <a:chExt cx="2749471" cy="574723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758139A3-B597-4E6D-8615-31FBD80F84F9}"/>
                </a:ext>
              </a:extLst>
            </p:cNvPr>
            <p:cNvSpPr/>
            <p:nvPr/>
          </p:nvSpPr>
          <p:spPr>
            <a:xfrm>
              <a:off x="1030092" y="2801429"/>
              <a:ext cx="274947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2" algn="ctr">
                <a:defRPr/>
              </a:pPr>
              <a:r>
                <a:rPr lang="zh-CN" altLang="en-US" sz="2400" b="1" kern="0" dirty="0">
                  <a:solidFill>
                    <a:schemeClr val="bg1"/>
                  </a:solidFill>
                  <a:latin typeface="Arial" panose="020B0604020202020204"/>
                  <a:ea typeface="微软雅黑" panose="020B0503020204020204" pitchFamily="34" charset="-122"/>
                </a:rPr>
                <a:t>添加文本</a:t>
              </a:r>
              <a:endParaRPr lang="en-US" altLang="zh-CN" sz="2400" b="1" kern="0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783AA1AD-4594-44BD-84E8-6A459B2848C0}"/>
                </a:ext>
              </a:extLst>
            </p:cNvPr>
            <p:cNvCxnSpPr/>
            <p:nvPr/>
          </p:nvCxnSpPr>
          <p:spPr>
            <a:xfrm>
              <a:off x="2188827" y="3376152"/>
              <a:ext cx="432000" cy="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DE777C0-4B4D-F33F-3B0E-C282CBAE3820}"/>
                  </a:ext>
                </a:extLst>
              </p:cNvPr>
              <p:cNvSpPr txBox="1"/>
              <p:nvPr/>
            </p:nvSpPr>
            <p:spPr>
              <a:xfrm>
                <a:off x="6611631" y="2332419"/>
                <a:ext cx="6096000" cy="28157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𝑤𝐶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</m:func>
                    </m:oMath>
                  </m:oMathPara>
                </a14:m>
                <a:endParaRPr lang="en-US" altLang="zh-CN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</m:t>
                      </m:r>
                    </m:oMath>
                  </m:oMathPara>
                </a14:m>
                <a:endParaRPr lang="en-US" altLang="zh-CN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</m:t>
                      </m:r>
                    </m:oMath>
                  </m:oMathPara>
                </a14:m>
                <a:endParaRPr lang="en-US" altLang="zh-CN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</m:t>
                      </m:r>
                    </m:oMath>
                  </m:oMathPara>
                </a14:m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𝑑𝑒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</m:t>
                      </m:r>
                    </m:oMath>
                  </m:oMathPara>
                </a14:m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𝑑𝑒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𝑑𝑤𝑡</m:t>
                              </m:r>
                            </m:e>
                          </m:nary>
                        </m:e>
                      </m:ra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</m:t>
                      </m:r>
                    </m:oMath>
                  </m:oMathPara>
                </a14:m>
                <a:endParaRPr lang="zh-CN" altLang="en-US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DE777C0-4B4D-F33F-3B0E-C282CBAE38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1631" y="2332419"/>
                <a:ext cx="6096000" cy="281577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4B4EAA66-17AD-8708-336C-D2A07C7E0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0972" y="3025972"/>
            <a:ext cx="4080533" cy="301182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893256C-A97B-E916-B577-B84525531C6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02"/>
          <a:stretch/>
        </p:blipFill>
        <p:spPr bwMode="auto">
          <a:xfrm>
            <a:off x="505773" y="1016974"/>
            <a:ext cx="7466133" cy="20089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98940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3AF24331-C662-4664-8A2A-2FA0B70E90F6}"/>
              </a:ext>
            </a:extLst>
          </p:cNvPr>
          <p:cNvSpPr/>
          <p:nvPr/>
        </p:nvSpPr>
        <p:spPr>
          <a:xfrm>
            <a:off x="1152000" y="288000"/>
            <a:ext cx="316785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Power factor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1E84758-912A-42BE-BFD3-C05A3DA05BEF}"/>
              </a:ext>
            </a:extLst>
          </p:cNvPr>
          <p:cNvGrpSpPr/>
          <p:nvPr/>
        </p:nvGrpSpPr>
        <p:grpSpPr>
          <a:xfrm>
            <a:off x="1763739" y="3583518"/>
            <a:ext cx="1506640" cy="574723"/>
            <a:chOff x="1030092" y="2801429"/>
            <a:chExt cx="2749471" cy="57472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4D2248D0-110F-4D56-BAF8-83317EB1AF06}"/>
                </a:ext>
              </a:extLst>
            </p:cNvPr>
            <p:cNvSpPr/>
            <p:nvPr/>
          </p:nvSpPr>
          <p:spPr>
            <a:xfrm>
              <a:off x="1030092" y="2801429"/>
              <a:ext cx="274947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2" algn="ctr">
                <a:defRPr/>
              </a:pPr>
              <a:r>
                <a:rPr lang="zh-CN" altLang="en-US" sz="2400" b="1" kern="0" dirty="0">
                  <a:solidFill>
                    <a:schemeClr val="bg1"/>
                  </a:solidFill>
                  <a:latin typeface="Arial" panose="020B0604020202020204"/>
                  <a:ea typeface="微软雅黑" panose="020B0503020204020204" pitchFamily="34" charset="-122"/>
                </a:rPr>
                <a:t>添加文本</a:t>
              </a:r>
              <a:endParaRPr lang="en-US" altLang="zh-CN" sz="2400" b="1" kern="0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C59B930C-7002-45CD-A454-7E5D6ABDE5AF}"/>
                </a:ext>
              </a:extLst>
            </p:cNvPr>
            <p:cNvCxnSpPr/>
            <p:nvPr/>
          </p:nvCxnSpPr>
          <p:spPr>
            <a:xfrm>
              <a:off x="2188827" y="3376152"/>
              <a:ext cx="432000" cy="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4CD780F7-F784-4012-93F8-AC1DD297F515}"/>
              </a:ext>
            </a:extLst>
          </p:cNvPr>
          <p:cNvGrpSpPr/>
          <p:nvPr/>
        </p:nvGrpSpPr>
        <p:grpSpPr>
          <a:xfrm>
            <a:off x="4986630" y="3583518"/>
            <a:ext cx="1506640" cy="574723"/>
            <a:chOff x="1030092" y="2801429"/>
            <a:chExt cx="2749471" cy="574723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758139A3-B597-4E6D-8615-31FBD80F84F9}"/>
                </a:ext>
              </a:extLst>
            </p:cNvPr>
            <p:cNvSpPr/>
            <p:nvPr/>
          </p:nvSpPr>
          <p:spPr>
            <a:xfrm>
              <a:off x="1030092" y="2801429"/>
              <a:ext cx="274947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2" algn="ctr">
                <a:defRPr/>
              </a:pPr>
              <a:r>
                <a:rPr lang="zh-CN" altLang="en-US" sz="2400" b="1" kern="0" dirty="0">
                  <a:solidFill>
                    <a:schemeClr val="bg1"/>
                  </a:solidFill>
                  <a:latin typeface="Arial" panose="020B0604020202020204"/>
                  <a:ea typeface="微软雅黑" panose="020B0503020204020204" pitchFamily="34" charset="-122"/>
                </a:rPr>
                <a:t>添加文本</a:t>
              </a:r>
              <a:endParaRPr lang="en-US" altLang="zh-CN" sz="2400" b="1" kern="0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783AA1AD-4594-44BD-84E8-6A459B2848C0}"/>
                </a:ext>
              </a:extLst>
            </p:cNvPr>
            <p:cNvCxnSpPr/>
            <p:nvPr/>
          </p:nvCxnSpPr>
          <p:spPr>
            <a:xfrm>
              <a:off x="2188827" y="3376152"/>
              <a:ext cx="432000" cy="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BE809097-CDAD-4D98-85B4-B5DA08761D51}"/>
              </a:ext>
            </a:extLst>
          </p:cNvPr>
          <p:cNvGrpSpPr/>
          <p:nvPr/>
        </p:nvGrpSpPr>
        <p:grpSpPr>
          <a:xfrm>
            <a:off x="8211512" y="3583518"/>
            <a:ext cx="1506640" cy="574723"/>
            <a:chOff x="1030092" y="2801429"/>
            <a:chExt cx="2749471" cy="57472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70DC2E47-72B3-46D0-80B7-17B2ED35D91D}"/>
                </a:ext>
              </a:extLst>
            </p:cNvPr>
            <p:cNvSpPr/>
            <p:nvPr/>
          </p:nvSpPr>
          <p:spPr>
            <a:xfrm>
              <a:off x="1030092" y="2801429"/>
              <a:ext cx="274947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2" algn="ctr">
                <a:defRPr/>
              </a:pPr>
              <a:r>
                <a:rPr lang="zh-CN" altLang="en-US" sz="2400" b="1" kern="0" dirty="0">
                  <a:solidFill>
                    <a:schemeClr val="bg1"/>
                  </a:solidFill>
                  <a:latin typeface="Arial" panose="020B0604020202020204"/>
                  <a:ea typeface="微软雅黑" panose="020B0503020204020204" pitchFamily="34" charset="-122"/>
                </a:rPr>
                <a:t>添加文本</a:t>
              </a:r>
              <a:endParaRPr lang="en-US" altLang="zh-CN" sz="2400" b="1" kern="0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41BA1470-CF6D-49A2-97FF-DD093DD11558}"/>
                </a:ext>
              </a:extLst>
            </p:cNvPr>
            <p:cNvCxnSpPr/>
            <p:nvPr/>
          </p:nvCxnSpPr>
          <p:spPr>
            <a:xfrm>
              <a:off x="2188827" y="3376152"/>
              <a:ext cx="432000" cy="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D62CEE69-9275-9277-6418-3FD0BFF4934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2" t="33626" r="4421" b="33200"/>
          <a:stretch/>
        </p:blipFill>
        <p:spPr>
          <a:xfrm>
            <a:off x="150829" y="929967"/>
            <a:ext cx="6804153" cy="19707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3A978BA-D920-E103-939A-729D526186EF}"/>
                  </a:ext>
                </a:extLst>
              </p:cNvPr>
              <p:cNvSpPr txBox="1"/>
              <p:nvPr/>
            </p:nvSpPr>
            <p:spPr>
              <a:xfrm>
                <a:off x="8123316" y="2318436"/>
                <a:ext cx="2383971" cy="29171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𝑃𝐹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den>
                      </m:f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</m:t>
                      </m:r>
                    </m:oMath>
                  </m:oMathPara>
                </a14:m>
                <a:endParaRPr lang="en-US" altLang="zh-CN" b="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↓↓  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</m:t>
                      </m:r>
                    </m:oMath>
                  </m:oMathPara>
                </a14:m>
                <a:endParaRPr lang="en-US" altLang="zh-CN" b="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𝑃𝐹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↓</m:t>
                      </m:r>
                    </m:oMath>
                  </m:oMathPara>
                </a14:m>
                <a:endParaRPr lang="en-US" altLang="zh-CN" b="0" dirty="0">
                  <a:ea typeface="Cambria Math" panose="02040503050406030204" pitchFamily="18" charset="0"/>
                </a:endParaRPr>
              </a:p>
              <a:p>
                <a:endParaRPr lang="en-US" altLang="zh-CN" b="0" dirty="0">
                  <a:ea typeface="Cambria Math" panose="02040503050406030204" pitchFamily="18" charset="0"/>
                </a:endParaRPr>
              </a:p>
              <a:p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3A978BA-D920-E103-939A-729D526186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3316" y="2318436"/>
                <a:ext cx="2383971" cy="29171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>
            <a:extLst>
              <a:ext uri="{FF2B5EF4-FFF2-40B4-BE49-F238E27FC236}">
                <a16:creationId xmlns:a16="http://schemas.microsoft.com/office/drawing/2014/main" id="{72C0C8E8-28CF-2B64-21E8-8D22EAEF03D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834"/>
          <a:stretch/>
        </p:blipFill>
        <p:spPr>
          <a:xfrm>
            <a:off x="-33453" y="2759785"/>
            <a:ext cx="6804153" cy="4098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313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3AF24331-C662-4664-8A2A-2FA0B70E90F6}"/>
              </a:ext>
            </a:extLst>
          </p:cNvPr>
          <p:cNvSpPr/>
          <p:nvPr/>
        </p:nvSpPr>
        <p:spPr>
          <a:xfrm>
            <a:off x="1152000" y="288000"/>
            <a:ext cx="121860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kern="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THD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1E84758-912A-42BE-BFD3-C05A3DA05BEF}"/>
              </a:ext>
            </a:extLst>
          </p:cNvPr>
          <p:cNvGrpSpPr/>
          <p:nvPr/>
        </p:nvGrpSpPr>
        <p:grpSpPr>
          <a:xfrm>
            <a:off x="1763739" y="3583518"/>
            <a:ext cx="1506640" cy="574723"/>
            <a:chOff x="1030092" y="2801429"/>
            <a:chExt cx="2749471" cy="57472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4D2248D0-110F-4D56-BAF8-83317EB1AF06}"/>
                </a:ext>
              </a:extLst>
            </p:cNvPr>
            <p:cNvSpPr/>
            <p:nvPr/>
          </p:nvSpPr>
          <p:spPr>
            <a:xfrm>
              <a:off x="1030092" y="2801429"/>
              <a:ext cx="274947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2" algn="ctr">
                <a:defRPr/>
              </a:pPr>
              <a:r>
                <a:rPr lang="zh-CN" altLang="en-US" sz="2400" b="1" kern="0" dirty="0">
                  <a:solidFill>
                    <a:schemeClr val="bg1"/>
                  </a:solidFill>
                  <a:latin typeface="Arial" panose="020B0604020202020204"/>
                  <a:ea typeface="微软雅黑" panose="020B0503020204020204" pitchFamily="34" charset="-122"/>
                </a:rPr>
                <a:t>添加文本</a:t>
              </a:r>
              <a:endParaRPr lang="en-US" altLang="zh-CN" sz="2400" b="1" kern="0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C59B930C-7002-45CD-A454-7E5D6ABDE5AF}"/>
                </a:ext>
              </a:extLst>
            </p:cNvPr>
            <p:cNvCxnSpPr/>
            <p:nvPr/>
          </p:nvCxnSpPr>
          <p:spPr>
            <a:xfrm>
              <a:off x="2188827" y="3376152"/>
              <a:ext cx="432000" cy="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4CD780F7-F784-4012-93F8-AC1DD297F515}"/>
              </a:ext>
            </a:extLst>
          </p:cNvPr>
          <p:cNvGrpSpPr/>
          <p:nvPr/>
        </p:nvGrpSpPr>
        <p:grpSpPr>
          <a:xfrm>
            <a:off x="4986630" y="3583518"/>
            <a:ext cx="1506640" cy="574723"/>
            <a:chOff x="1030092" y="2801429"/>
            <a:chExt cx="2749471" cy="574723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758139A3-B597-4E6D-8615-31FBD80F84F9}"/>
                </a:ext>
              </a:extLst>
            </p:cNvPr>
            <p:cNvSpPr/>
            <p:nvPr/>
          </p:nvSpPr>
          <p:spPr>
            <a:xfrm>
              <a:off x="1030092" y="2801429"/>
              <a:ext cx="274947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2" algn="ctr">
                <a:defRPr/>
              </a:pPr>
              <a:r>
                <a:rPr lang="zh-CN" altLang="en-US" sz="2400" b="1" kern="0" dirty="0">
                  <a:solidFill>
                    <a:schemeClr val="bg1"/>
                  </a:solidFill>
                  <a:latin typeface="Arial" panose="020B0604020202020204"/>
                  <a:ea typeface="微软雅黑" panose="020B0503020204020204" pitchFamily="34" charset="-122"/>
                </a:rPr>
                <a:t>添加文本</a:t>
              </a:r>
              <a:endParaRPr lang="en-US" altLang="zh-CN" sz="2400" b="1" kern="0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783AA1AD-4594-44BD-84E8-6A459B2848C0}"/>
                </a:ext>
              </a:extLst>
            </p:cNvPr>
            <p:cNvCxnSpPr/>
            <p:nvPr/>
          </p:nvCxnSpPr>
          <p:spPr>
            <a:xfrm>
              <a:off x="2188827" y="3376152"/>
              <a:ext cx="432000" cy="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41BA1470-CF6D-49A2-97FF-DD093DD11558}"/>
              </a:ext>
            </a:extLst>
          </p:cNvPr>
          <p:cNvCxnSpPr/>
          <p:nvPr/>
        </p:nvCxnSpPr>
        <p:spPr>
          <a:xfrm>
            <a:off x="8846469" y="4158241"/>
            <a:ext cx="236725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5112A856-705B-875A-5B00-ABF7A27AD23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570"/>
          <a:stretch/>
        </p:blipFill>
        <p:spPr bwMode="auto">
          <a:xfrm>
            <a:off x="1052945" y="1047389"/>
            <a:ext cx="8191652" cy="227495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7425703-63F5-D87C-96E8-F69142BD31DA}"/>
                  </a:ext>
                </a:extLst>
              </p:cNvPr>
              <p:cNvSpPr txBox="1"/>
              <p:nvPr/>
            </p:nvSpPr>
            <p:spPr>
              <a:xfrm>
                <a:off x="1761301" y="3973575"/>
                <a:ext cx="609372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800" kern="0" dirty="0">
                    <a:effectLst/>
                    <a:ea typeface="Segoe UI" panose="020B0502040204020203" pitchFamily="34" charset="0"/>
                  </a:rPr>
                  <a:t>THD</a:t>
                </a:r>
                <a14:m>
                  <m:oMath xmlns:m="http://schemas.openxmlformats.org/officeDocument/2006/math">
                    <m:r>
                      <a:rPr lang="en-US" altLang="zh-CN" sz="1800" i="1" kern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  <m:r>
                      <a:rPr lang="en-US" altLang="zh-CN" sz="1800" b="0" i="1" kern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</m:t>
                    </m:r>
                    <m:sSub>
                      <m:sSubPr>
                        <m:ctrlPr>
                          <a:rPr lang="en-US" altLang="zh-CN" sz="1800" b="0" i="1" kern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kern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altLang="zh-CN" sz="1800" b="0" i="1" kern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1800" kern="0" dirty="0">
                    <a:effectLst/>
                    <a:latin typeface="Times New Roman" panose="02020603050405020304" pitchFamily="18" charset="0"/>
                    <a:ea typeface="Segoe UI" panose="020B0502040204020203" pitchFamily="34" charset="0"/>
                    <a:cs typeface="Times New Roman" panose="02020603050405020304" pitchFamily="18" charset="0"/>
                  </a:rPr>
                  <a:t>fluctuates greatly, resulting in high THD. 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7425703-63F5-D87C-96E8-F69142BD31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1301" y="3973575"/>
                <a:ext cx="6093724" cy="369332"/>
              </a:xfrm>
              <a:prstGeom prst="rect">
                <a:avLst/>
              </a:prstGeom>
              <a:blipFill>
                <a:blip r:embed="rId3"/>
                <a:stretch>
                  <a:fillRect l="-900" t="-11667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F69CCAE-6C9D-B68D-6CA5-B40674346BBE}"/>
                  </a:ext>
                </a:extLst>
              </p:cNvPr>
              <p:cNvSpPr txBox="1"/>
              <p:nvPr/>
            </p:nvSpPr>
            <p:spPr>
              <a:xfrm>
                <a:off x="1761301" y="4624624"/>
                <a:ext cx="801446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800" kern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Segoe UI" panose="020B0502040204020203" pitchFamily="34" charset="0"/>
                  </a:rPr>
                  <a:t>THD</a:t>
                </a:r>
                <a14:m>
                  <m:oMath xmlns:m="http://schemas.openxmlformats.org/officeDocument/2006/math">
                    <m:r>
                      <a:rPr lang="en-US" altLang="zh-CN" sz="1800" i="1" kern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lang="en-US" altLang="zh-CN" sz="1800" b="0" i="1" kern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</m:t>
                    </m:r>
                  </m:oMath>
                </a14:m>
                <a:r>
                  <a:rPr lang="zh-CN" altLang="zh-CN" sz="1800" kern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Segoe UI" panose="020B0502040204020203" pitchFamily="34" charset="0"/>
                  </a:rPr>
                  <a:t> </a:t>
                </a:r>
                <a:r>
                  <a:rPr lang="zh-CN" altLang="zh-CN" sz="1800" kern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Segoe UI" panose="020B0502040204020203" pitchFamily="34" charset="0"/>
                    <a:cs typeface="Times New Roman" panose="02020603050405020304" pitchFamily="18" charset="0"/>
                  </a:rPr>
                  <a:t>discharge time</a:t>
                </a:r>
                <a:r>
                  <a:rPr lang="en-US" altLang="zh-CN" kern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kern="0">
                        <a:solidFill>
                          <a:srgbClr val="000000"/>
                        </a:solidFill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endParaRPr lang="en-US" altLang="zh-CN" sz="1800" kern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Segoe UI" panose="020B0502040204020203" pitchFamily="34" charset="0"/>
                  <a:cs typeface="Times New Roman" panose="02020603050405020304" pitchFamily="18" charset="0"/>
                </a:endParaRPr>
              </a:p>
              <a:p>
                <a:r>
                  <a:rPr lang="zh-CN" altLang="zh-CN" sz="1800" kern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Segoe UI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800" kern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Segoe UI" panose="020B0502040204020203" pitchFamily="34" charset="0"/>
                    <a:cs typeface="Times New Roman" panose="02020603050405020304" pitchFamily="18" charset="0"/>
                  </a:rPr>
                  <a:t>               </a:t>
                </a:r>
                <a:r>
                  <a:rPr lang="zh-CN" altLang="zh-CN" sz="1800" kern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Segoe UI" panose="020B0502040204020203" pitchFamily="34" charset="0"/>
                    <a:cs typeface="Times New Roman" panose="02020603050405020304" pitchFamily="18" charset="0"/>
                  </a:rPr>
                  <a:t>id is closer to a narrow pulse</a:t>
                </a:r>
                <a14:m>
                  <m:oMath xmlns:m="http://schemas.openxmlformats.org/officeDocument/2006/math">
                    <m:r>
                      <a:rPr lang="zh-CN" altLang="en-US" sz="1800" i="1" kern="0" smtClean="0">
                        <a:solidFill>
                          <a:srgbClr val="000000"/>
                        </a:solidFill>
                        <a:effectLst/>
                        <a:ea typeface="Segoe UI" panose="020B0502040204020203" pitchFamily="34" charset="0"/>
                      </a:rPr>
                      <m:t>→</m:t>
                    </m:r>
                  </m:oMath>
                </a14:m>
                <a:r>
                  <a:rPr lang="zh-CN" altLang="zh-CN" sz="1800" kern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Segoe UI" panose="020B0502040204020203" pitchFamily="34" charset="0"/>
                    <a:cs typeface="Times New Roman" panose="02020603050405020304" pitchFamily="18" charset="0"/>
                  </a:rPr>
                  <a:t>contains more harmonic components</a:t>
                </a:r>
                <a:endParaRPr lang="zh-CN" altLang="zh-CN" sz="1600" kern="1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F69CCAE-6C9D-B68D-6CA5-B40674346B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1301" y="4624624"/>
                <a:ext cx="8014466" cy="646331"/>
              </a:xfrm>
              <a:prstGeom prst="rect">
                <a:avLst/>
              </a:prstGeom>
              <a:blipFill>
                <a:blip r:embed="rId4"/>
                <a:stretch>
                  <a:fillRect l="-684" t="-5660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3009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31049" y="1855366"/>
            <a:ext cx="8175445" cy="3529890"/>
          </a:xfrm>
          <a:prstGeom prst="rect">
            <a:avLst/>
          </a:prstGeom>
        </p:spPr>
      </p:pic>
      <p:sp>
        <p:nvSpPr>
          <p:cNvPr id="34" name="平行四边形 33">
            <a:extLst>
              <a:ext uri="{FF2B5EF4-FFF2-40B4-BE49-F238E27FC236}">
                <a16:creationId xmlns:a16="http://schemas.microsoft.com/office/drawing/2014/main" id="{86B2D4A7-EE6A-BF42-B6C7-8FA38A66A2CE}"/>
              </a:ext>
            </a:extLst>
          </p:cNvPr>
          <p:cNvSpPr/>
          <p:nvPr/>
        </p:nvSpPr>
        <p:spPr>
          <a:xfrm>
            <a:off x="9700192" y="-21822"/>
            <a:ext cx="5520696" cy="6858000"/>
          </a:xfrm>
          <a:prstGeom prst="parallelogram">
            <a:avLst>
              <a:gd name="adj" fmla="val 76100"/>
            </a:avLst>
          </a:prstGeom>
          <a:gradFill>
            <a:gsLst>
              <a:gs pos="0">
                <a:srgbClr val="0070C0"/>
              </a:gs>
              <a:gs pos="100000">
                <a:srgbClr val="002060"/>
              </a:gs>
            </a:gsLst>
            <a:lin ang="2700000" scaled="1"/>
          </a:gradFill>
          <a:ln>
            <a:noFill/>
          </a:ln>
          <a:effectLst>
            <a:outerShdw blurRad="762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思源黑体 CN Regular" panose="020B0500000000000000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4" name="平行四边形 13">
            <a:extLst>
              <a:ext uri="{FF2B5EF4-FFF2-40B4-BE49-F238E27FC236}">
                <a16:creationId xmlns:a16="http://schemas.microsoft.com/office/drawing/2014/main" id="{D823E484-0B40-2142-B031-E0D3C2E285D0}"/>
              </a:ext>
            </a:extLst>
          </p:cNvPr>
          <p:cNvSpPr/>
          <p:nvPr/>
        </p:nvSpPr>
        <p:spPr>
          <a:xfrm>
            <a:off x="-4160345" y="1627322"/>
            <a:ext cx="6973806" cy="5230678"/>
          </a:xfrm>
          <a:prstGeom prst="parallelogram">
            <a:avLst>
              <a:gd name="adj" fmla="val 60655"/>
            </a:avLst>
          </a:prstGeom>
          <a:solidFill>
            <a:srgbClr val="0070C0"/>
          </a:solidFill>
          <a:ln>
            <a:noFill/>
          </a:ln>
          <a:effectLst>
            <a:outerShdw blurRad="508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思源黑体 CN Regular" panose="020B0500000000000000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6" name="三角形 15">
            <a:extLst>
              <a:ext uri="{FF2B5EF4-FFF2-40B4-BE49-F238E27FC236}">
                <a16:creationId xmlns:a16="http://schemas.microsoft.com/office/drawing/2014/main" id="{A8E4160F-A117-3742-A80D-C35D1C84BE1D}"/>
              </a:ext>
            </a:extLst>
          </p:cNvPr>
          <p:cNvSpPr/>
          <p:nvPr/>
        </p:nvSpPr>
        <p:spPr>
          <a:xfrm>
            <a:off x="2003698" y="1631111"/>
            <a:ext cx="1627559" cy="1337504"/>
          </a:xfrm>
          <a:prstGeom prst="triangle">
            <a:avLst/>
          </a:prstGeom>
          <a:gradFill flip="none" rotWithShape="1">
            <a:gsLst>
              <a:gs pos="0">
                <a:srgbClr val="0070C0"/>
              </a:gs>
              <a:gs pos="100000">
                <a:srgbClr val="00206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思源黑体 CN Regular" panose="020B0500000000000000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0" name="三角形 29">
            <a:extLst>
              <a:ext uri="{FF2B5EF4-FFF2-40B4-BE49-F238E27FC236}">
                <a16:creationId xmlns:a16="http://schemas.microsoft.com/office/drawing/2014/main" id="{62928718-7D9F-894D-B6B3-73F71A130AE1}"/>
              </a:ext>
            </a:extLst>
          </p:cNvPr>
          <p:cNvSpPr/>
          <p:nvPr/>
        </p:nvSpPr>
        <p:spPr>
          <a:xfrm rot="10800000">
            <a:off x="2987725" y="1911477"/>
            <a:ext cx="1266785" cy="1041025"/>
          </a:xfrm>
          <a:prstGeom prst="triangle">
            <a:avLst/>
          </a:prstGeom>
          <a:solidFill>
            <a:srgbClr val="0064C8"/>
          </a:solidFill>
          <a:ln>
            <a:noFill/>
          </a:ln>
          <a:effectLst>
            <a:outerShdw blurRad="762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思源黑体 CN Regular" panose="020B0500000000000000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37242BB2-26E7-CA49-BE1E-84F60E12B8B6}"/>
              </a:ext>
            </a:extLst>
          </p:cNvPr>
          <p:cNvCxnSpPr>
            <a:cxnSpLocks/>
          </p:cNvCxnSpPr>
          <p:nvPr/>
        </p:nvCxnSpPr>
        <p:spPr>
          <a:xfrm flipH="1">
            <a:off x="11287970" y="5356368"/>
            <a:ext cx="904030" cy="1501632"/>
          </a:xfrm>
          <a:prstGeom prst="line">
            <a:avLst/>
          </a:prstGeom>
          <a:ln w="25400">
            <a:solidFill>
              <a:srgbClr val="0064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C9150DC7-FB14-DD4A-B235-3C48BD9D61EF}"/>
              </a:ext>
            </a:extLst>
          </p:cNvPr>
          <p:cNvCxnSpPr>
            <a:cxnSpLocks/>
          </p:cNvCxnSpPr>
          <p:nvPr/>
        </p:nvCxnSpPr>
        <p:spPr>
          <a:xfrm flipH="1">
            <a:off x="5680255" y="1466983"/>
            <a:ext cx="904030" cy="1501632"/>
          </a:xfrm>
          <a:prstGeom prst="line">
            <a:avLst/>
          </a:prstGeom>
          <a:ln w="25400">
            <a:solidFill>
              <a:srgbClr val="0064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2F21B032-8745-2449-B83A-53B057574FFF}"/>
              </a:ext>
            </a:extLst>
          </p:cNvPr>
          <p:cNvCxnSpPr>
            <a:cxnSpLocks/>
          </p:cNvCxnSpPr>
          <p:nvPr/>
        </p:nvCxnSpPr>
        <p:spPr>
          <a:xfrm flipH="1">
            <a:off x="-228600" y="5572016"/>
            <a:ext cx="904030" cy="1501632"/>
          </a:xfrm>
          <a:prstGeom prst="line">
            <a:avLst/>
          </a:prstGeom>
          <a:ln w="25400">
            <a:solidFill>
              <a:srgbClr val="0064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平行四边形 56">
            <a:extLst>
              <a:ext uri="{FF2B5EF4-FFF2-40B4-BE49-F238E27FC236}">
                <a16:creationId xmlns:a16="http://schemas.microsoft.com/office/drawing/2014/main" id="{DCF785ED-1755-D64A-A51D-E9D064A726E6}"/>
              </a:ext>
            </a:extLst>
          </p:cNvPr>
          <p:cNvSpPr/>
          <p:nvPr/>
        </p:nvSpPr>
        <p:spPr>
          <a:xfrm>
            <a:off x="-5637890" y="2431990"/>
            <a:ext cx="6973806" cy="5230678"/>
          </a:xfrm>
          <a:prstGeom prst="parallelogram">
            <a:avLst>
              <a:gd name="adj" fmla="val 60655"/>
            </a:avLst>
          </a:prstGeom>
          <a:gradFill flip="none" rotWithShape="1">
            <a:gsLst>
              <a:gs pos="0">
                <a:srgbClr val="0070C0"/>
              </a:gs>
              <a:gs pos="100000">
                <a:srgbClr val="002060"/>
              </a:gs>
            </a:gsLst>
            <a:lin ang="135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思源黑体 CN Regular" panose="020B0500000000000000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32A4011-5BEA-4638-977C-E3BC4816A160}"/>
              </a:ext>
            </a:extLst>
          </p:cNvPr>
          <p:cNvSpPr/>
          <p:nvPr/>
        </p:nvSpPr>
        <p:spPr>
          <a:xfrm>
            <a:off x="6150473" y="2444140"/>
            <a:ext cx="5284829" cy="1680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dist">
              <a:lnSpc>
                <a:spcPct val="130000"/>
              </a:lnSpc>
              <a:defRPr/>
            </a:pPr>
            <a:r>
              <a:rPr kumimoji="1" lang="en-US" altLang="zh-CN" sz="8800" b="1" dirty="0">
                <a:solidFill>
                  <a:srgbClr val="0046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Thanks</a:t>
            </a:r>
            <a:endParaRPr kumimoji="1" lang="zh-CN" altLang="en-US" sz="6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ea typeface="微软雅黑" panose="020B0503020204020204" pitchFamily="34" charset="-122"/>
              <a:cs typeface="Times New Roman" pitchFamily="18" charset="0"/>
              <a:sym typeface="+mn-ea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EFA42F5D-7B88-4193-AE99-6698853CB4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1600" y="1911477"/>
            <a:ext cx="2514152" cy="67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939064"/>
      </p:ext>
    </p:extLst>
  </p:cSld>
  <p:clrMapOvr>
    <a:masterClrMapping/>
  </p:clrMapOvr>
  <p:extLst>
    <p:ext uri="{E180D4A7-C9FB-4DFB-919C-405C955672EB}">
      <p14:showEvtLst xmlns:p14="http://schemas.microsoft.com/office/powerpoint/2010/main">
        <p14:playEvt time="0" objId="21"/>
      </p14:showEvtLst>
    </p:ext>
  </p:extLs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8649</TotalTime>
  <Words>245</Words>
  <Application>Microsoft Office PowerPoint</Application>
  <PresentationFormat>宽屏</PresentationFormat>
  <Paragraphs>75</Paragraphs>
  <Slides>13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Palatino</vt:lpstr>
      <vt:lpstr>等线</vt:lpstr>
      <vt:lpstr>思源黑体 CN Normal</vt:lpstr>
      <vt:lpstr>微软雅黑</vt:lpstr>
      <vt:lpstr>Arial</vt:lpstr>
      <vt:lpstr>Arial Black</vt:lpstr>
      <vt:lpstr>Cambria Math</vt:lpstr>
      <vt:lpstr>Stencil</vt:lpstr>
      <vt:lpstr>Times New Roman</vt:lpstr>
      <vt:lpstr>Office 主题​​</vt:lpstr>
      <vt:lpstr>Visio.Drawing.15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董洋</dc:creator>
  <cp:lastModifiedBy>ZH Y</cp:lastModifiedBy>
  <cp:revision>424</cp:revision>
  <dcterms:created xsi:type="dcterms:W3CDTF">2020-08-21T00:34:25Z</dcterms:created>
  <dcterms:modified xsi:type="dcterms:W3CDTF">2023-10-17T07:07:36Z</dcterms:modified>
</cp:coreProperties>
</file>