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sldIdLst>
    <p:sldId id="261" r:id="rId3"/>
    <p:sldId id="260" r:id="rId5"/>
    <p:sldId id="264" r:id="rId6"/>
    <p:sldId id="315" r:id="rId7"/>
    <p:sldId id="325" r:id="rId8"/>
    <p:sldId id="326" r:id="rId9"/>
    <p:sldId id="327" r:id="rId10"/>
    <p:sldId id="328" r:id="rId11"/>
    <p:sldId id="329" r:id="rId12"/>
    <p:sldId id="330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05" r:id="rId21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50E"/>
    <a:srgbClr val="E0414A"/>
    <a:srgbClr val="FF1919"/>
    <a:srgbClr val="85000B"/>
    <a:srgbClr val="CC0000"/>
    <a:srgbClr val="A6A6A6"/>
    <a:srgbClr val="FF2F2F"/>
    <a:srgbClr val="FF0000"/>
    <a:srgbClr val="DD001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76" y="68"/>
      </p:cViewPr>
      <p:guideLst>
        <p:guide orient="horz" pos="2185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2.wmf"/><Relationship Id="rId3" Type="http://schemas.openxmlformats.org/officeDocument/2006/relationships/image" Target="../media/image16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EB25E-F66E-44BE-85A3-62191936F5C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97D03D-ED54-44F4-93D3-469DD7E833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0766475-3C67-4DF2-BE17-F0B0C8E388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D48D3E-B07C-4BE8-84F7-DD272BD0532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3000" advTm="2000">
        <p14:vortex dir="r"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4.GIF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oleObject" Target="../embeddings/oleObject3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15.png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.wmf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11.wmf"/><Relationship Id="rId2" Type="http://schemas.openxmlformats.org/officeDocument/2006/relationships/oleObject" Target="../embeddings/oleObject8.bin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4.png"/><Relationship Id="rId3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3442258" y="2442934"/>
            <a:ext cx="554482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66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</a:rPr>
              <a:t>presentation</a:t>
            </a:r>
            <a:endParaRPr lang="en-US" altLang="zh-CN" sz="66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Kartika" panose="02020503030404060203" pitchFamily="18" charset="0"/>
            </a:endParaRPr>
          </a:p>
        </p:txBody>
      </p:sp>
      <p:sp>
        <p:nvSpPr>
          <p:cNvPr id="28" name="文本框 27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3623233" y="4656894"/>
            <a:ext cx="53638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1218565">
              <a:defRPr/>
            </a:pP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</a:rPr>
              <a:t>group member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</a:rPr>
              <a:t>：李祖琦、詹浩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Kartika" panose="02020503030404060203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7567" y="5691189"/>
            <a:ext cx="8890144" cy="432000"/>
            <a:chOff x="117567" y="5691189"/>
            <a:chExt cx="8890144" cy="432000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117567" y="5912402"/>
              <a:ext cx="810000" cy="0"/>
            </a:xfrm>
            <a:prstGeom prst="line">
              <a:avLst/>
            </a:prstGeom>
            <a:ln w="12700">
              <a:solidFill>
                <a:srgbClr val="E3061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72711" y="5907189"/>
              <a:ext cx="5535000" cy="0"/>
            </a:xfrm>
            <a:prstGeom prst="line">
              <a:avLst/>
            </a:prstGeom>
            <a:ln w="1270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1159868" y="5691189"/>
              <a:ext cx="2083154" cy="432000"/>
              <a:chOff x="1064303" y="5622335"/>
              <a:chExt cx="2083154" cy="432000"/>
            </a:xfrm>
          </p:grpSpPr>
          <p:sp>
            <p:nvSpPr>
              <p:cNvPr id="15" name="圆角矩形 14"/>
              <p:cNvSpPr>
                <a:spLocks noChangeAspect="1"/>
              </p:cNvSpPr>
              <p:nvPr/>
            </p:nvSpPr>
            <p:spPr>
              <a:xfrm>
                <a:off x="16145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0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0" name="圆角矩形 29"/>
              <p:cNvSpPr>
                <a:spLocks noChangeAspect="1"/>
              </p:cNvSpPr>
              <p:nvPr/>
            </p:nvSpPr>
            <p:spPr>
              <a:xfrm>
                <a:off x="10643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1" name="圆角矩形 30"/>
              <p:cNvSpPr>
                <a:spLocks noChangeAspect="1"/>
              </p:cNvSpPr>
              <p:nvPr/>
            </p:nvSpPr>
            <p:spPr>
              <a:xfrm>
                <a:off x="21647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2" name="圆角矩形 31"/>
              <p:cNvSpPr>
                <a:spLocks noChangeAspect="1"/>
              </p:cNvSpPr>
              <p:nvPr/>
            </p:nvSpPr>
            <p:spPr>
              <a:xfrm>
                <a:off x="2714904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39101" y="-8313"/>
            <a:ext cx="2612976" cy="4400343"/>
            <a:chOff x="439101" y="-8313"/>
            <a:chExt cx="2612976" cy="4400343"/>
          </a:xfrm>
        </p:grpSpPr>
        <p:sp>
          <p:nvSpPr>
            <p:cNvPr id="36" name="任意多边形 35"/>
            <p:cNvSpPr/>
            <p:nvPr/>
          </p:nvSpPr>
          <p:spPr>
            <a:xfrm rot="5400000">
              <a:off x="-454583" y="885371"/>
              <a:ext cx="4400343" cy="2612976"/>
            </a:xfrm>
            <a:custGeom>
              <a:avLst/>
              <a:gdLst>
                <a:gd name="connsiteX0" fmla="*/ 0 w 4400343"/>
                <a:gd name="connsiteY0" fmla="*/ 2612976 h 2612976"/>
                <a:gd name="connsiteX1" fmla="*/ 0 w 4400343"/>
                <a:gd name="connsiteY1" fmla="*/ 0 h 2612976"/>
                <a:gd name="connsiteX2" fmla="*/ 3093855 w 4400343"/>
                <a:gd name="connsiteY2" fmla="*/ 0 h 2612976"/>
                <a:gd name="connsiteX3" fmla="*/ 4400343 w 4400343"/>
                <a:gd name="connsiteY3" fmla="*/ 1306488 h 2612976"/>
                <a:gd name="connsiteX4" fmla="*/ 3093855 w 4400343"/>
                <a:gd name="connsiteY4" fmla="*/ 2612976 h 26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0343" h="2612976">
                  <a:moveTo>
                    <a:pt x="0" y="2612976"/>
                  </a:moveTo>
                  <a:lnTo>
                    <a:pt x="0" y="0"/>
                  </a:lnTo>
                  <a:lnTo>
                    <a:pt x="3093855" y="0"/>
                  </a:lnTo>
                  <a:cubicBezTo>
                    <a:pt x="3815408" y="0"/>
                    <a:pt x="4400343" y="584935"/>
                    <a:pt x="4400343" y="1306488"/>
                  </a:cubicBezTo>
                  <a:cubicBezTo>
                    <a:pt x="4400343" y="2028041"/>
                    <a:pt x="3815408" y="2612976"/>
                    <a:pt x="3093855" y="2612976"/>
                  </a:cubicBezTo>
                  <a:close/>
                </a:path>
              </a:pathLst>
            </a:custGeom>
            <a:gradFill>
              <a:gsLst>
                <a:gs pos="0">
                  <a:srgbClr val="8E040D"/>
                </a:gs>
                <a:gs pos="100000">
                  <a:srgbClr val="E40613"/>
                </a:gs>
              </a:gsLst>
              <a:lin ang="10800000" scaled="0"/>
            </a:gradFill>
            <a:ln w="25400">
              <a:noFill/>
            </a:ln>
            <a:effectLst>
              <a:outerShdw blurRad="254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83589" y="1834933"/>
              <a:ext cx="2323999" cy="2323999"/>
              <a:chOff x="3393105" y="2094170"/>
              <a:chExt cx="2664367" cy="2664367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93105" y="2094170"/>
                <a:ext cx="2664367" cy="26643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3655434" y="2332885"/>
                <a:ext cx="2167846" cy="216784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pic>
          <p:nvPicPr>
            <p:cNvPr id="29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76636" r="53439"/>
            <a:stretch>
              <a:fillRect/>
            </a:stretch>
          </p:blipFill>
          <p:spPr bwMode="auto">
            <a:xfrm>
              <a:off x="579253" y="503503"/>
              <a:ext cx="2332671" cy="651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87" t="7404" r="17787" b="7404"/>
            <a:stretch>
              <a:fillRect/>
            </a:stretch>
          </p:blipFill>
          <p:spPr>
            <a:xfrm>
              <a:off x="884497" y="2135841"/>
              <a:ext cx="1722182" cy="1722182"/>
            </a:xfrm>
            <a:custGeom>
              <a:avLst/>
              <a:gdLst>
                <a:gd name="connsiteX0" fmla="*/ 1944000 w 3888000"/>
                <a:gd name="connsiteY0" fmla="*/ 0 h 3888000"/>
                <a:gd name="connsiteX1" fmla="*/ 3888000 w 3888000"/>
                <a:gd name="connsiteY1" fmla="*/ 1944000 h 3888000"/>
                <a:gd name="connsiteX2" fmla="*/ 1944000 w 3888000"/>
                <a:gd name="connsiteY2" fmla="*/ 3888000 h 3888000"/>
                <a:gd name="connsiteX3" fmla="*/ 0 w 3888000"/>
                <a:gd name="connsiteY3" fmla="*/ 1944000 h 3888000"/>
                <a:gd name="connsiteX4" fmla="*/ 1944000 w 3888000"/>
                <a:gd name="connsiteY4" fmla="*/ 0 h 38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000" h="3888000">
                  <a:moveTo>
                    <a:pt x="1944000" y="0"/>
                  </a:moveTo>
                  <a:cubicBezTo>
                    <a:pt x="3017642" y="0"/>
                    <a:pt x="3888000" y="870358"/>
                    <a:pt x="3888000" y="1944000"/>
                  </a:cubicBezTo>
                  <a:cubicBezTo>
                    <a:pt x="3888000" y="3017642"/>
                    <a:pt x="3017642" y="3888000"/>
                    <a:pt x="1944000" y="3888000"/>
                  </a:cubicBezTo>
                  <a:cubicBezTo>
                    <a:pt x="870358" y="3888000"/>
                    <a:pt x="0" y="3017642"/>
                    <a:pt x="0" y="1944000"/>
                  </a:cubicBezTo>
                  <a:cubicBezTo>
                    <a:pt x="0" y="870358"/>
                    <a:pt x="870358" y="0"/>
                    <a:pt x="1944000" y="0"/>
                  </a:cubicBezTo>
                  <a:close/>
                </a:path>
              </a:pathLst>
            </a:custGeom>
          </p:spPr>
        </p:pic>
      </p:grpSp>
      <p:sp>
        <p:nvSpPr>
          <p:cNvPr id="20" name="矩形 19"/>
          <p:cNvSpPr/>
          <p:nvPr/>
        </p:nvSpPr>
        <p:spPr>
          <a:xfrm>
            <a:off x="3442258" y="1649568"/>
            <a:ext cx="288671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4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Seminar 1 </a:t>
            </a:r>
            <a:endParaRPr lang="zh-CN" altLang="en-US" sz="40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/>
          <p:nvPr/>
        </p:nvSpPr>
        <p:spPr>
          <a:xfrm>
            <a:off x="4630876" y="2170943"/>
            <a:ext cx="210121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Inventer</a:t>
            </a:r>
            <a:endParaRPr lang="en-US" altLang="zh-CN" sz="3600" b="1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4630876" y="3590400"/>
            <a:ext cx="43795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LTspice simulation</a:t>
            </a:r>
            <a:endParaRPr lang="en-US" altLang="zh-CN" sz="3600" b="1" dirty="0" smtClean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>
            <a:grpSpLocks noChangeAspect="1"/>
          </p:cNvGrpSpPr>
          <p:nvPr/>
        </p:nvGrpSpPr>
        <p:grpSpPr>
          <a:xfrm>
            <a:off x="3785140" y="3665269"/>
            <a:ext cx="540000" cy="540000"/>
            <a:chOff x="4597020" y="2340949"/>
            <a:chExt cx="720000" cy="720000"/>
          </a:xfrm>
        </p:grpSpPr>
        <p:grpSp>
          <p:nvGrpSpPr>
            <p:cNvPr id="82" name="组合 81"/>
            <p:cNvGrpSpPr/>
            <p:nvPr/>
          </p:nvGrpSpPr>
          <p:grpSpPr>
            <a:xfrm>
              <a:off x="4597020" y="2340949"/>
              <a:ext cx="720000" cy="720000"/>
              <a:chOff x="6585478" y="1661232"/>
              <a:chExt cx="928740" cy="928740"/>
            </a:xfrm>
          </p:grpSpPr>
          <p:sp>
            <p:nvSpPr>
              <p:cNvPr id="84" name="椭圆 83"/>
              <p:cNvSpPr/>
              <p:nvPr/>
            </p:nvSpPr>
            <p:spPr>
              <a:xfrm>
                <a:off x="6585478" y="1661232"/>
                <a:ext cx="928740" cy="928740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5" name="圆角矩形 84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7" name="Freeform 16"/>
            <p:cNvSpPr>
              <a:spLocks noEditPoints="1"/>
            </p:cNvSpPr>
            <p:nvPr/>
          </p:nvSpPr>
          <p:spPr bwMode="auto">
            <a:xfrm>
              <a:off x="4870034" y="2586675"/>
              <a:ext cx="200867" cy="228549"/>
            </a:xfrm>
            <a:custGeom>
              <a:avLst/>
              <a:gdLst>
                <a:gd name="T0" fmla="*/ 381 w 598"/>
                <a:gd name="T1" fmla="*/ 84 h 674"/>
                <a:gd name="T2" fmla="*/ 296 w 598"/>
                <a:gd name="T3" fmla="*/ 169 h 674"/>
                <a:gd name="T4" fmla="*/ 212 w 598"/>
                <a:gd name="T5" fmla="*/ 169 h 674"/>
                <a:gd name="T6" fmla="*/ 127 w 598"/>
                <a:gd name="T7" fmla="*/ 84 h 674"/>
                <a:gd name="T8" fmla="*/ 212 w 598"/>
                <a:gd name="T9" fmla="*/ 0 h 674"/>
                <a:gd name="T10" fmla="*/ 296 w 598"/>
                <a:gd name="T11" fmla="*/ 0 h 674"/>
                <a:gd name="T12" fmla="*/ 381 w 598"/>
                <a:gd name="T13" fmla="*/ 84 h 674"/>
                <a:gd name="T14" fmla="*/ 421 w 598"/>
                <a:gd name="T15" fmla="*/ 84 h 674"/>
                <a:gd name="T16" fmla="*/ 423 w 598"/>
                <a:gd name="T17" fmla="*/ 103 h 674"/>
                <a:gd name="T18" fmla="*/ 317 w 598"/>
                <a:gd name="T19" fmla="*/ 209 h 674"/>
                <a:gd name="T20" fmla="*/ 191 w 598"/>
                <a:gd name="T21" fmla="*/ 209 h 674"/>
                <a:gd name="T22" fmla="*/ 85 w 598"/>
                <a:gd name="T23" fmla="*/ 103 h 674"/>
                <a:gd name="T24" fmla="*/ 87 w 598"/>
                <a:gd name="T25" fmla="*/ 84 h 674"/>
                <a:gd name="T26" fmla="*/ 0 w 598"/>
                <a:gd name="T27" fmla="*/ 188 h 674"/>
                <a:gd name="T28" fmla="*/ 0 w 598"/>
                <a:gd name="T29" fmla="*/ 569 h 674"/>
                <a:gd name="T30" fmla="*/ 106 w 598"/>
                <a:gd name="T31" fmla="*/ 674 h 674"/>
                <a:gd name="T32" fmla="*/ 387 w 598"/>
                <a:gd name="T33" fmla="*/ 674 h 674"/>
                <a:gd name="T34" fmla="*/ 272 w 598"/>
                <a:gd name="T35" fmla="*/ 500 h 674"/>
                <a:gd name="T36" fmla="*/ 461 w 598"/>
                <a:gd name="T37" fmla="*/ 311 h 674"/>
                <a:gd name="T38" fmla="*/ 508 w 598"/>
                <a:gd name="T39" fmla="*/ 317 h 674"/>
                <a:gd name="T40" fmla="*/ 508 w 598"/>
                <a:gd name="T41" fmla="*/ 188 h 674"/>
                <a:gd name="T42" fmla="*/ 421 w 598"/>
                <a:gd name="T43" fmla="*/ 84 h 674"/>
                <a:gd name="T44" fmla="*/ 238 w 598"/>
                <a:gd name="T45" fmla="*/ 422 h 674"/>
                <a:gd name="T46" fmla="*/ 238 w 598"/>
                <a:gd name="T47" fmla="*/ 422 h 674"/>
                <a:gd name="T48" fmla="*/ 106 w 598"/>
                <a:gd name="T49" fmla="*/ 422 h 674"/>
                <a:gd name="T50" fmla="*/ 85 w 598"/>
                <a:gd name="T51" fmla="*/ 401 h 674"/>
                <a:gd name="T52" fmla="*/ 106 w 598"/>
                <a:gd name="T53" fmla="*/ 380 h 674"/>
                <a:gd name="T54" fmla="*/ 238 w 598"/>
                <a:gd name="T55" fmla="*/ 380 h 674"/>
                <a:gd name="T56" fmla="*/ 259 w 598"/>
                <a:gd name="T57" fmla="*/ 401 h 674"/>
                <a:gd name="T58" fmla="*/ 238 w 598"/>
                <a:gd name="T59" fmla="*/ 422 h 674"/>
                <a:gd name="T60" fmla="*/ 280 w 598"/>
                <a:gd name="T61" fmla="*/ 338 h 674"/>
                <a:gd name="T62" fmla="*/ 280 w 598"/>
                <a:gd name="T63" fmla="*/ 338 h 674"/>
                <a:gd name="T64" fmla="*/ 106 w 598"/>
                <a:gd name="T65" fmla="*/ 338 h 674"/>
                <a:gd name="T66" fmla="*/ 85 w 598"/>
                <a:gd name="T67" fmla="*/ 317 h 674"/>
                <a:gd name="T68" fmla="*/ 106 w 598"/>
                <a:gd name="T69" fmla="*/ 296 h 674"/>
                <a:gd name="T70" fmla="*/ 280 w 598"/>
                <a:gd name="T71" fmla="*/ 296 h 674"/>
                <a:gd name="T72" fmla="*/ 302 w 598"/>
                <a:gd name="T73" fmla="*/ 317 h 674"/>
                <a:gd name="T74" fmla="*/ 280 w 598"/>
                <a:gd name="T75" fmla="*/ 338 h 674"/>
                <a:gd name="T76" fmla="*/ 496 w 598"/>
                <a:gd name="T77" fmla="*/ 369 h 674"/>
                <a:gd name="T78" fmla="*/ 463 w 598"/>
                <a:gd name="T79" fmla="*/ 365 h 674"/>
                <a:gd name="T80" fmla="*/ 328 w 598"/>
                <a:gd name="T81" fmla="*/ 500 h 674"/>
                <a:gd name="T82" fmla="*/ 434 w 598"/>
                <a:gd name="T83" fmla="*/ 632 h 674"/>
                <a:gd name="T84" fmla="*/ 463 w 598"/>
                <a:gd name="T85" fmla="*/ 635 h 674"/>
                <a:gd name="T86" fmla="*/ 598 w 598"/>
                <a:gd name="T87" fmla="*/ 500 h 674"/>
                <a:gd name="T88" fmla="*/ 496 w 598"/>
                <a:gd name="T89" fmla="*/ 369 h 674"/>
                <a:gd name="T90" fmla="*/ 539 w 598"/>
                <a:gd name="T91" fmla="*/ 481 h 674"/>
                <a:gd name="T92" fmla="*/ 539 w 598"/>
                <a:gd name="T93" fmla="*/ 481 h 674"/>
                <a:gd name="T94" fmla="*/ 496 w 598"/>
                <a:gd name="T95" fmla="*/ 523 h 674"/>
                <a:gd name="T96" fmla="*/ 463 w 598"/>
                <a:gd name="T97" fmla="*/ 557 h 674"/>
                <a:gd name="T98" fmla="*/ 425 w 598"/>
                <a:gd name="T99" fmla="*/ 557 h 674"/>
                <a:gd name="T100" fmla="*/ 386 w 598"/>
                <a:gd name="T101" fmla="*/ 519 h 674"/>
                <a:gd name="T102" fmla="*/ 386 w 598"/>
                <a:gd name="T103" fmla="*/ 481 h 674"/>
                <a:gd name="T104" fmla="*/ 425 w 598"/>
                <a:gd name="T105" fmla="*/ 481 h 674"/>
                <a:gd name="T106" fmla="*/ 444 w 598"/>
                <a:gd name="T107" fmla="*/ 500 h 674"/>
                <a:gd name="T108" fmla="*/ 496 w 598"/>
                <a:gd name="T109" fmla="*/ 447 h 674"/>
                <a:gd name="T110" fmla="*/ 501 w 598"/>
                <a:gd name="T111" fmla="*/ 443 h 674"/>
                <a:gd name="T112" fmla="*/ 539 w 598"/>
                <a:gd name="T113" fmla="*/ 443 h 674"/>
                <a:gd name="T114" fmla="*/ 539 w 598"/>
                <a:gd name="T115" fmla="*/ 481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98" h="674">
                  <a:moveTo>
                    <a:pt x="381" y="84"/>
                  </a:moveTo>
                  <a:cubicBezTo>
                    <a:pt x="381" y="131"/>
                    <a:pt x="343" y="169"/>
                    <a:pt x="296" y="169"/>
                  </a:cubicBezTo>
                  <a:lnTo>
                    <a:pt x="212" y="169"/>
                  </a:lnTo>
                  <a:cubicBezTo>
                    <a:pt x="165" y="169"/>
                    <a:pt x="127" y="131"/>
                    <a:pt x="127" y="84"/>
                  </a:cubicBezTo>
                  <a:cubicBezTo>
                    <a:pt x="127" y="37"/>
                    <a:pt x="165" y="0"/>
                    <a:pt x="212" y="0"/>
                  </a:cubicBezTo>
                  <a:lnTo>
                    <a:pt x="296" y="0"/>
                  </a:lnTo>
                  <a:cubicBezTo>
                    <a:pt x="343" y="0"/>
                    <a:pt x="381" y="37"/>
                    <a:pt x="381" y="84"/>
                  </a:cubicBezTo>
                  <a:close/>
                  <a:moveTo>
                    <a:pt x="421" y="84"/>
                  </a:moveTo>
                  <a:cubicBezTo>
                    <a:pt x="422" y="90"/>
                    <a:pt x="423" y="97"/>
                    <a:pt x="423" y="103"/>
                  </a:cubicBezTo>
                  <a:cubicBezTo>
                    <a:pt x="423" y="162"/>
                    <a:pt x="376" y="209"/>
                    <a:pt x="317" y="209"/>
                  </a:cubicBezTo>
                  <a:lnTo>
                    <a:pt x="191" y="209"/>
                  </a:lnTo>
                  <a:cubicBezTo>
                    <a:pt x="132" y="209"/>
                    <a:pt x="85" y="162"/>
                    <a:pt x="85" y="103"/>
                  </a:cubicBezTo>
                  <a:cubicBezTo>
                    <a:pt x="85" y="97"/>
                    <a:pt x="85" y="90"/>
                    <a:pt x="87" y="84"/>
                  </a:cubicBezTo>
                  <a:cubicBezTo>
                    <a:pt x="37" y="93"/>
                    <a:pt x="0" y="136"/>
                    <a:pt x="0" y="188"/>
                  </a:cubicBezTo>
                  <a:lnTo>
                    <a:pt x="0" y="569"/>
                  </a:lnTo>
                  <a:cubicBezTo>
                    <a:pt x="0" y="627"/>
                    <a:pt x="47" y="674"/>
                    <a:pt x="106" y="674"/>
                  </a:cubicBezTo>
                  <a:lnTo>
                    <a:pt x="387" y="674"/>
                  </a:lnTo>
                  <a:cubicBezTo>
                    <a:pt x="320" y="646"/>
                    <a:pt x="272" y="579"/>
                    <a:pt x="272" y="500"/>
                  </a:cubicBezTo>
                  <a:cubicBezTo>
                    <a:pt x="272" y="396"/>
                    <a:pt x="357" y="311"/>
                    <a:pt x="461" y="311"/>
                  </a:cubicBezTo>
                  <a:cubicBezTo>
                    <a:pt x="477" y="311"/>
                    <a:pt x="493" y="313"/>
                    <a:pt x="508" y="317"/>
                  </a:cubicBezTo>
                  <a:lnTo>
                    <a:pt x="508" y="188"/>
                  </a:lnTo>
                  <a:cubicBezTo>
                    <a:pt x="508" y="136"/>
                    <a:pt x="470" y="93"/>
                    <a:pt x="421" y="84"/>
                  </a:cubicBezTo>
                  <a:close/>
                  <a:moveTo>
                    <a:pt x="238" y="422"/>
                  </a:moveTo>
                  <a:lnTo>
                    <a:pt x="238" y="422"/>
                  </a:lnTo>
                  <a:lnTo>
                    <a:pt x="106" y="422"/>
                  </a:lnTo>
                  <a:cubicBezTo>
                    <a:pt x="94" y="422"/>
                    <a:pt x="85" y="413"/>
                    <a:pt x="85" y="401"/>
                  </a:cubicBezTo>
                  <a:cubicBezTo>
                    <a:pt x="85" y="390"/>
                    <a:pt x="94" y="380"/>
                    <a:pt x="106" y="380"/>
                  </a:cubicBezTo>
                  <a:lnTo>
                    <a:pt x="238" y="380"/>
                  </a:lnTo>
                  <a:cubicBezTo>
                    <a:pt x="250" y="380"/>
                    <a:pt x="259" y="390"/>
                    <a:pt x="259" y="401"/>
                  </a:cubicBezTo>
                  <a:cubicBezTo>
                    <a:pt x="259" y="413"/>
                    <a:pt x="250" y="422"/>
                    <a:pt x="238" y="422"/>
                  </a:cubicBezTo>
                  <a:close/>
                  <a:moveTo>
                    <a:pt x="280" y="338"/>
                  </a:moveTo>
                  <a:lnTo>
                    <a:pt x="280" y="338"/>
                  </a:lnTo>
                  <a:lnTo>
                    <a:pt x="106" y="338"/>
                  </a:lnTo>
                  <a:cubicBezTo>
                    <a:pt x="94" y="338"/>
                    <a:pt x="85" y="328"/>
                    <a:pt x="85" y="317"/>
                  </a:cubicBezTo>
                  <a:cubicBezTo>
                    <a:pt x="85" y="305"/>
                    <a:pt x="94" y="296"/>
                    <a:pt x="106" y="296"/>
                  </a:cubicBezTo>
                  <a:lnTo>
                    <a:pt x="280" y="296"/>
                  </a:lnTo>
                  <a:cubicBezTo>
                    <a:pt x="292" y="296"/>
                    <a:pt x="302" y="305"/>
                    <a:pt x="302" y="317"/>
                  </a:cubicBezTo>
                  <a:cubicBezTo>
                    <a:pt x="302" y="328"/>
                    <a:pt x="292" y="338"/>
                    <a:pt x="280" y="338"/>
                  </a:cubicBezTo>
                  <a:close/>
                  <a:moveTo>
                    <a:pt x="496" y="369"/>
                  </a:moveTo>
                  <a:cubicBezTo>
                    <a:pt x="486" y="367"/>
                    <a:pt x="474" y="365"/>
                    <a:pt x="463" y="365"/>
                  </a:cubicBezTo>
                  <a:cubicBezTo>
                    <a:pt x="388" y="365"/>
                    <a:pt x="328" y="425"/>
                    <a:pt x="328" y="500"/>
                  </a:cubicBezTo>
                  <a:cubicBezTo>
                    <a:pt x="328" y="565"/>
                    <a:pt x="374" y="619"/>
                    <a:pt x="434" y="632"/>
                  </a:cubicBezTo>
                  <a:cubicBezTo>
                    <a:pt x="443" y="634"/>
                    <a:pt x="453" y="635"/>
                    <a:pt x="463" y="635"/>
                  </a:cubicBezTo>
                  <a:cubicBezTo>
                    <a:pt x="537" y="635"/>
                    <a:pt x="598" y="574"/>
                    <a:pt x="598" y="500"/>
                  </a:cubicBezTo>
                  <a:cubicBezTo>
                    <a:pt x="598" y="437"/>
                    <a:pt x="555" y="384"/>
                    <a:pt x="496" y="369"/>
                  </a:cubicBezTo>
                  <a:close/>
                  <a:moveTo>
                    <a:pt x="539" y="481"/>
                  </a:moveTo>
                  <a:lnTo>
                    <a:pt x="539" y="481"/>
                  </a:lnTo>
                  <a:lnTo>
                    <a:pt x="496" y="523"/>
                  </a:lnTo>
                  <a:lnTo>
                    <a:pt x="463" y="557"/>
                  </a:lnTo>
                  <a:cubicBezTo>
                    <a:pt x="452" y="568"/>
                    <a:pt x="435" y="568"/>
                    <a:pt x="425" y="557"/>
                  </a:cubicBezTo>
                  <a:lnTo>
                    <a:pt x="386" y="519"/>
                  </a:lnTo>
                  <a:cubicBezTo>
                    <a:pt x="376" y="508"/>
                    <a:pt x="376" y="491"/>
                    <a:pt x="386" y="481"/>
                  </a:cubicBezTo>
                  <a:cubicBezTo>
                    <a:pt x="397" y="470"/>
                    <a:pt x="414" y="470"/>
                    <a:pt x="425" y="481"/>
                  </a:cubicBezTo>
                  <a:lnTo>
                    <a:pt x="444" y="500"/>
                  </a:lnTo>
                  <a:lnTo>
                    <a:pt x="496" y="447"/>
                  </a:lnTo>
                  <a:lnTo>
                    <a:pt x="501" y="443"/>
                  </a:lnTo>
                  <a:cubicBezTo>
                    <a:pt x="511" y="432"/>
                    <a:pt x="528" y="432"/>
                    <a:pt x="539" y="443"/>
                  </a:cubicBezTo>
                  <a:cubicBezTo>
                    <a:pt x="549" y="453"/>
                    <a:pt x="549" y="470"/>
                    <a:pt x="539" y="4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>
            <a:grpSpLocks noChangeAspect="1"/>
          </p:cNvGrpSpPr>
          <p:nvPr/>
        </p:nvGrpSpPr>
        <p:grpSpPr>
          <a:xfrm>
            <a:off x="3785140" y="2265177"/>
            <a:ext cx="540000" cy="540000"/>
            <a:chOff x="4605330" y="979808"/>
            <a:chExt cx="720000" cy="720000"/>
          </a:xfrm>
        </p:grpSpPr>
        <p:grpSp>
          <p:nvGrpSpPr>
            <p:cNvPr id="76" name="组合 75"/>
            <p:cNvGrpSpPr/>
            <p:nvPr/>
          </p:nvGrpSpPr>
          <p:grpSpPr>
            <a:xfrm>
              <a:off x="4605330" y="979808"/>
              <a:ext cx="720000" cy="720000"/>
              <a:chOff x="6585482" y="1661233"/>
              <a:chExt cx="928741" cy="928741"/>
            </a:xfrm>
          </p:grpSpPr>
          <p:sp>
            <p:nvSpPr>
              <p:cNvPr id="78" name="椭圆 77"/>
              <p:cNvSpPr/>
              <p:nvPr/>
            </p:nvSpPr>
            <p:spPr>
              <a:xfrm>
                <a:off x="6585482" y="1661233"/>
                <a:ext cx="928741" cy="928741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6706336" y="1782090"/>
                <a:ext cx="687025" cy="687025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6779848" y="1855602"/>
                <a:ext cx="540000" cy="540000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3" name="Freeform 22"/>
            <p:cNvSpPr>
              <a:spLocks noEditPoints="1"/>
            </p:cNvSpPr>
            <p:nvPr/>
          </p:nvSpPr>
          <p:spPr bwMode="auto">
            <a:xfrm>
              <a:off x="4869578" y="1208456"/>
              <a:ext cx="200334" cy="235261"/>
            </a:xfrm>
            <a:custGeom>
              <a:avLst/>
              <a:gdLst>
                <a:gd name="T0" fmla="*/ 90 w 641"/>
                <a:gd name="T1" fmla="*/ 424 h 748"/>
                <a:gd name="T2" fmla="*/ 158 w 641"/>
                <a:gd name="T3" fmla="*/ 424 h 748"/>
                <a:gd name="T4" fmla="*/ 205 w 641"/>
                <a:gd name="T5" fmla="*/ 408 h 748"/>
                <a:gd name="T6" fmla="*/ 291 w 641"/>
                <a:gd name="T7" fmla="*/ 588 h 748"/>
                <a:gd name="T8" fmla="*/ 312 w 641"/>
                <a:gd name="T9" fmla="*/ 475 h 748"/>
                <a:gd name="T10" fmla="*/ 297 w 641"/>
                <a:gd name="T11" fmla="*/ 468 h 748"/>
                <a:gd name="T12" fmla="*/ 298 w 641"/>
                <a:gd name="T13" fmla="*/ 452 h 748"/>
                <a:gd name="T14" fmla="*/ 360 w 641"/>
                <a:gd name="T15" fmla="*/ 452 h 748"/>
                <a:gd name="T16" fmla="*/ 360 w 641"/>
                <a:gd name="T17" fmla="*/ 468 h 748"/>
                <a:gd name="T18" fmla="*/ 346 w 641"/>
                <a:gd name="T19" fmla="*/ 475 h 748"/>
                <a:gd name="T20" fmla="*/ 365 w 641"/>
                <a:gd name="T21" fmla="*/ 583 h 748"/>
                <a:gd name="T22" fmla="*/ 439 w 641"/>
                <a:gd name="T23" fmla="*/ 415 h 748"/>
                <a:gd name="T24" fmla="*/ 482 w 641"/>
                <a:gd name="T25" fmla="*/ 420 h 748"/>
                <a:gd name="T26" fmla="*/ 545 w 641"/>
                <a:gd name="T27" fmla="*/ 420 h 748"/>
                <a:gd name="T28" fmla="*/ 632 w 641"/>
                <a:gd name="T29" fmla="*/ 691 h 748"/>
                <a:gd name="T30" fmla="*/ 544 w 641"/>
                <a:gd name="T31" fmla="*/ 722 h 748"/>
                <a:gd name="T32" fmla="*/ 532 w 641"/>
                <a:gd name="T33" fmla="*/ 681 h 748"/>
                <a:gd name="T34" fmla="*/ 504 w 641"/>
                <a:gd name="T35" fmla="*/ 729 h 748"/>
                <a:gd name="T36" fmla="*/ 123 w 641"/>
                <a:gd name="T37" fmla="*/ 731 h 748"/>
                <a:gd name="T38" fmla="*/ 94 w 641"/>
                <a:gd name="T39" fmla="*/ 681 h 748"/>
                <a:gd name="T40" fmla="*/ 81 w 641"/>
                <a:gd name="T41" fmla="*/ 724 h 748"/>
                <a:gd name="T42" fmla="*/ 0 w 641"/>
                <a:gd name="T43" fmla="*/ 691 h 748"/>
                <a:gd name="T44" fmla="*/ 90 w 641"/>
                <a:gd name="T45" fmla="*/ 424 h 748"/>
                <a:gd name="T46" fmla="*/ 185 w 641"/>
                <a:gd name="T47" fmla="*/ 289 h 748"/>
                <a:gd name="T48" fmla="*/ 185 w 641"/>
                <a:gd name="T49" fmla="*/ 289 h 748"/>
                <a:gd name="T50" fmla="*/ 163 w 641"/>
                <a:gd name="T51" fmla="*/ 264 h 748"/>
                <a:gd name="T52" fmla="*/ 155 w 641"/>
                <a:gd name="T53" fmla="*/ 214 h 748"/>
                <a:gd name="T54" fmla="*/ 155 w 641"/>
                <a:gd name="T55" fmla="*/ 207 h 748"/>
                <a:gd name="T56" fmla="*/ 160 w 641"/>
                <a:gd name="T57" fmla="*/ 204 h 748"/>
                <a:gd name="T58" fmla="*/ 164 w 641"/>
                <a:gd name="T59" fmla="*/ 202 h 748"/>
                <a:gd name="T60" fmla="*/ 199 w 641"/>
                <a:gd name="T61" fmla="*/ 47 h 748"/>
                <a:gd name="T62" fmla="*/ 423 w 641"/>
                <a:gd name="T63" fmla="*/ 43 h 748"/>
                <a:gd name="T64" fmla="*/ 466 w 641"/>
                <a:gd name="T65" fmla="*/ 200 h 748"/>
                <a:gd name="T66" fmla="*/ 472 w 641"/>
                <a:gd name="T67" fmla="*/ 204 h 748"/>
                <a:gd name="T68" fmla="*/ 478 w 641"/>
                <a:gd name="T69" fmla="*/ 207 h 748"/>
                <a:gd name="T70" fmla="*/ 478 w 641"/>
                <a:gd name="T71" fmla="*/ 214 h 748"/>
                <a:gd name="T72" fmla="*/ 471 w 641"/>
                <a:gd name="T73" fmla="*/ 263 h 748"/>
                <a:gd name="T74" fmla="*/ 449 w 641"/>
                <a:gd name="T75" fmla="*/ 288 h 748"/>
                <a:gd name="T76" fmla="*/ 328 w 641"/>
                <a:gd name="T77" fmla="*/ 397 h 748"/>
                <a:gd name="T78" fmla="*/ 299 w 641"/>
                <a:gd name="T79" fmla="*/ 395 h 748"/>
                <a:gd name="T80" fmla="*/ 185 w 641"/>
                <a:gd name="T81" fmla="*/ 289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41" h="748">
                  <a:moveTo>
                    <a:pt x="90" y="424"/>
                  </a:moveTo>
                  <a:cubicBezTo>
                    <a:pt x="114" y="424"/>
                    <a:pt x="137" y="424"/>
                    <a:pt x="158" y="424"/>
                  </a:cubicBezTo>
                  <a:cubicBezTo>
                    <a:pt x="178" y="425"/>
                    <a:pt x="194" y="421"/>
                    <a:pt x="205" y="408"/>
                  </a:cubicBezTo>
                  <a:lnTo>
                    <a:pt x="291" y="588"/>
                  </a:lnTo>
                  <a:lnTo>
                    <a:pt x="312" y="475"/>
                  </a:lnTo>
                  <a:lnTo>
                    <a:pt x="297" y="468"/>
                  </a:lnTo>
                  <a:lnTo>
                    <a:pt x="298" y="452"/>
                  </a:lnTo>
                  <a:lnTo>
                    <a:pt x="360" y="452"/>
                  </a:lnTo>
                  <a:lnTo>
                    <a:pt x="360" y="468"/>
                  </a:lnTo>
                  <a:lnTo>
                    <a:pt x="346" y="475"/>
                  </a:lnTo>
                  <a:lnTo>
                    <a:pt x="365" y="583"/>
                  </a:lnTo>
                  <a:lnTo>
                    <a:pt x="439" y="415"/>
                  </a:lnTo>
                  <a:cubicBezTo>
                    <a:pt x="450" y="420"/>
                    <a:pt x="464" y="422"/>
                    <a:pt x="482" y="420"/>
                  </a:cubicBezTo>
                  <a:cubicBezTo>
                    <a:pt x="502" y="420"/>
                    <a:pt x="523" y="420"/>
                    <a:pt x="545" y="420"/>
                  </a:cubicBezTo>
                  <a:cubicBezTo>
                    <a:pt x="604" y="475"/>
                    <a:pt x="641" y="606"/>
                    <a:pt x="632" y="691"/>
                  </a:cubicBezTo>
                  <a:cubicBezTo>
                    <a:pt x="614" y="704"/>
                    <a:pt x="583" y="714"/>
                    <a:pt x="544" y="722"/>
                  </a:cubicBezTo>
                  <a:lnTo>
                    <a:pt x="532" y="681"/>
                  </a:lnTo>
                  <a:lnTo>
                    <a:pt x="504" y="729"/>
                  </a:lnTo>
                  <a:cubicBezTo>
                    <a:pt x="390" y="746"/>
                    <a:pt x="233" y="748"/>
                    <a:pt x="123" y="731"/>
                  </a:cubicBezTo>
                  <a:lnTo>
                    <a:pt x="94" y="681"/>
                  </a:lnTo>
                  <a:lnTo>
                    <a:pt x="81" y="724"/>
                  </a:lnTo>
                  <a:cubicBezTo>
                    <a:pt x="43" y="716"/>
                    <a:pt x="14" y="705"/>
                    <a:pt x="0" y="691"/>
                  </a:cubicBezTo>
                  <a:cubicBezTo>
                    <a:pt x="1" y="616"/>
                    <a:pt x="15" y="489"/>
                    <a:pt x="90" y="424"/>
                  </a:cubicBezTo>
                  <a:close/>
                  <a:moveTo>
                    <a:pt x="185" y="289"/>
                  </a:moveTo>
                  <a:lnTo>
                    <a:pt x="185" y="289"/>
                  </a:lnTo>
                  <a:cubicBezTo>
                    <a:pt x="175" y="284"/>
                    <a:pt x="168" y="275"/>
                    <a:pt x="163" y="264"/>
                  </a:cubicBezTo>
                  <a:cubicBezTo>
                    <a:pt x="157" y="251"/>
                    <a:pt x="155" y="234"/>
                    <a:pt x="155" y="214"/>
                  </a:cubicBezTo>
                  <a:lnTo>
                    <a:pt x="155" y="207"/>
                  </a:lnTo>
                  <a:lnTo>
                    <a:pt x="160" y="204"/>
                  </a:lnTo>
                  <a:cubicBezTo>
                    <a:pt x="162" y="203"/>
                    <a:pt x="163" y="202"/>
                    <a:pt x="164" y="202"/>
                  </a:cubicBezTo>
                  <a:cubicBezTo>
                    <a:pt x="152" y="117"/>
                    <a:pt x="162" y="78"/>
                    <a:pt x="199" y="47"/>
                  </a:cubicBezTo>
                  <a:cubicBezTo>
                    <a:pt x="256" y="0"/>
                    <a:pt x="365" y="0"/>
                    <a:pt x="423" y="43"/>
                  </a:cubicBezTo>
                  <a:cubicBezTo>
                    <a:pt x="463" y="72"/>
                    <a:pt x="477" y="123"/>
                    <a:pt x="466" y="200"/>
                  </a:cubicBezTo>
                  <a:cubicBezTo>
                    <a:pt x="468" y="201"/>
                    <a:pt x="470" y="202"/>
                    <a:pt x="472" y="204"/>
                  </a:cubicBezTo>
                  <a:lnTo>
                    <a:pt x="478" y="207"/>
                  </a:lnTo>
                  <a:lnTo>
                    <a:pt x="478" y="214"/>
                  </a:lnTo>
                  <a:cubicBezTo>
                    <a:pt x="478" y="233"/>
                    <a:pt x="476" y="250"/>
                    <a:pt x="471" y="263"/>
                  </a:cubicBezTo>
                  <a:cubicBezTo>
                    <a:pt x="466" y="275"/>
                    <a:pt x="459" y="283"/>
                    <a:pt x="449" y="288"/>
                  </a:cubicBezTo>
                  <a:cubicBezTo>
                    <a:pt x="434" y="338"/>
                    <a:pt x="381" y="392"/>
                    <a:pt x="328" y="397"/>
                  </a:cubicBezTo>
                  <a:cubicBezTo>
                    <a:pt x="319" y="398"/>
                    <a:pt x="308" y="398"/>
                    <a:pt x="299" y="395"/>
                  </a:cubicBezTo>
                  <a:cubicBezTo>
                    <a:pt x="241" y="374"/>
                    <a:pt x="203" y="350"/>
                    <a:pt x="185" y="28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>
            <a:grpSpLocks noChangeAspect="1"/>
          </p:cNvGrpSpPr>
          <p:nvPr/>
        </p:nvGrpSpPr>
        <p:grpSpPr>
          <a:xfrm>
            <a:off x="816329" y="1628395"/>
            <a:ext cx="2484000" cy="2484000"/>
            <a:chOff x="836778" y="1675054"/>
            <a:chExt cx="2004782" cy="2673043"/>
          </a:xfrm>
        </p:grpSpPr>
        <p:sp>
          <p:nvSpPr>
            <p:cNvPr id="67" name="椭圆 6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68" name="组合 6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69" name="圆角矩形 6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70" name="椭圆 6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99" name="文本框 20"/>
          <p:cNvSpPr>
            <a:spLocks noChangeArrowheads="1"/>
          </p:cNvSpPr>
          <p:nvPr/>
        </p:nvSpPr>
        <p:spPr bwMode="auto">
          <a:xfrm>
            <a:off x="1270580" y="4542547"/>
            <a:ext cx="16017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 </a:t>
            </a:r>
            <a:r>
              <a:rPr lang="zh-CN" altLang="en-US" sz="48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录</a:t>
            </a:r>
            <a:endParaRPr lang="en-US" altLang="en-US" sz="4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026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83" r="87582"/>
          <a:stretch>
            <a:fillRect/>
          </a:stretch>
        </p:blipFill>
        <p:spPr bwMode="auto">
          <a:xfrm>
            <a:off x="1300731" y="2087509"/>
            <a:ext cx="1603696" cy="1569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直角三角形 1"/>
          <p:cNvSpPr/>
          <p:nvPr/>
        </p:nvSpPr>
        <p:spPr>
          <a:xfrm rot="5400000">
            <a:off x="-60590" y="60590"/>
            <a:ext cx="1240245" cy="1119065"/>
          </a:xfrm>
          <a:prstGeom prst="rtTriangle">
            <a:avLst/>
          </a:prstGeom>
          <a:gradFill flip="none" rotWithShape="1">
            <a:gsLst>
              <a:gs pos="0">
                <a:srgbClr val="DD0012"/>
              </a:gs>
              <a:gs pos="100000">
                <a:srgbClr val="85000B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直角三角形 38"/>
          <p:cNvSpPr/>
          <p:nvPr/>
        </p:nvSpPr>
        <p:spPr>
          <a:xfrm rot="16200000">
            <a:off x="7964345" y="5678345"/>
            <a:ext cx="1240245" cy="1119065"/>
          </a:xfrm>
          <a:prstGeom prst="rtTriangle">
            <a:avLst/>
          </a:prstGeom>
          <a:gradFill flip="none" rotWithShape="1">
            <a:gsLst>
              <a:gs pos="0">
                <a:srgbClr val="DD0012"/>
              </a:gs>
              <a:gs pos="100000">
                <a:srgbClr val="85000B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572000" y="4056364"/>
            <a:ext cx="25285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Invent</a:t>
            </a:r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</a:t>
            </a:r>
            <a:endParaRPr lang="en-US" altLang="zh-CN" sz="44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87049" y="3548892"/>
            <a:ext cx="15536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>
            <a:fillRect/>
          </a:stretch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330" y="1236345"/>
            <a:ext cx="5912485" cy="100901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Fuction of Three-phase Half-bridge Inverter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586" y="2672968"/>
            <a:ext cx="8341758" cy="21431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3200"/>
              </a:lnSpc>
            </a:pPr>
            <a:r>
              <a:rPr lang="en-US" altLang="zh-CN" sz="2400" dirty="0" smtClean="0">
                <a:latin typeface="Calibri" panose="020F0502020204030204" pitchFamily="34" charset="0"/>
              </a:rPr>
              <a:t>        The three-phase half-bridge inverter can convert the DC power into the required AC power. </a:t>
            </a:r>
            <a:endParaRPr lang="en-US" altLang="zh-CN" sz="2400" dirty="0" smtClean="0">
              <a:latin typeface="Calibri" panose="020F0502020204030204" pitchFamily="34" charset="0"/>
            </a:endParaRPr>
          </a:p>
          <a:p>
            <a:pPr>
              <a:lnSpc>
                <a:spcPts val="3200"/>
              </a:lnSpc>
            </a:pPr>
            <a:r>
              <a:rPr lang="en-US" altLang="zh-CN" sz="2400" dirty="0" smtClean="0">
                <a:latin typeface="Calibri" panose="020F0502020204030204" pitchFamily="34" charset="0"/>
              </a:rPr>
              <a:t>        And within a certain time can make the switch device to get on, off, and can output, but also can play a role in protecting the circuit.</a:t>
            </a:r>
            <a:endParaRPr lang="en-US" altLang="zh-CN" sz="2400" dirty="0" smtClean="0">
              <a:latin typeface="Calibri" panose="020F0502020204030204" pitchFamily="34" charset="0"/>
            </a:endParaRPr>
          </a:p>
        </p:txBody>
      </p:sp>
      <p:cxnSp>
        <p:nvCxnSpPr>
          <p:cNvPr id="109" name="直接箭头连接符 108"/>
          <p:cNvCxnSpPr/>
          <p:nvPr/>
        </p:nvCxnSpPr>
        <p:spPr>
          <a:xfrm>
            <a:off x="5538207" y="5375654"/>
            <a:ext cx="3291840" cy="0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11" name="组合 12310"/>
          <p:cNvGrpSpPr/>
          <p:nvPr/>
        </p:nvGrpSpPr>
        <p:grpSpPr>
          <a:xfrm>
            <a:off x="3875314" y="4496828"/>
            <a:ext cx="1663652" cy="1954175"/>
            <a:chOff x="3875314" y="4496828"/>
            <a:chExt cx="1663652" cy="1954175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3875314" y="4951419"/>
              <a:ext cx="106327" cy="4407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981641" y="4951419"/>
              <a:ext cx="146222" cy="8484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V="1">
              <a:off x="4127863" y="5379930"/>
              <a:ext cx="88500" cy="4199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4362585" y="4496828"/>
              <a:ext cx="209415" cy="8788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 flipV="1">
              <a:off x="4570828" y="4496828"/>
              <a:ext cx="176796" cy="166903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V="1">
              <a:off x="4751615" y="5370249"/>
              <a:ext cx="132736" cy="7956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989014" y="5102557"/>
              <a:ext cx="70371" cy="2752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 flipV="1">
              <a:off x="5063096" y="5114401"/>
              <a:ext cx="72126" cy="42423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5135222" y="4815840"/>
              <a:ext cx="102444" cy="7227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 flipV="1">
              <a:off x="5245000" y="4815840"/>
              <a:ext cx="197233" cy="163516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V="1">
              <a:off x="5452294" y="5370249"/>
              <a:ext cx="86672" cy="1077681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4208959" y="5377792"/>
              <a:ext cx="167606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4877481" y="5374524"/>
              <a:ext cx="11789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08" name="组合 12307"/>
          <p:cNvGrpSpPr/>
          <p:nvPr/>
        </p:nvGrpSpPr>
        <p:grpSpPr>
          <a:xfrm>
            <a:off x="5946921" y="5049687"/>
            <a:ext cx="648000" cy="648000"/>
            <a:chOff x="5946921" y="5046629"/>
            <a:chExt cx="648000" cy="648000"/>
          </a:xfrm>
        </p:grpSpPr>
        <p:sp>
          <p:nvSpPr>
            <p:cNvPr id="12306" name="椭圆 12305"/>
            <p:cNvSpPr/>
            <p:nvPr/>
          </p:nvSpPr>
          <p:spPr>
            <a:xfrm>
              <a:off x="5946921" y="5046629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5156" y="5179792"/>
              <a:ext cx="449427" cy="396000"/>
            </a:xfrm>
            <a:prstGeom prst="rect">
              <a:avLst/>
            </a:prstGeom>
            <a:effectLst/>
          </p:spPr>
        </p:pic>
      </p:grpSp>
      <p:grpSp>
        <p:nvGrpSpPr>
          <p:cNvPr id="12309" name="组合 12308"/>
          <p:cNvGrpSpPr/>
          <p:nvPr/>
        </p:nvGrpSpPr>
        <p:grpSpPr>
          <a:xfrm>
            <a:off x="6858915" y="5049687"/>
            <a:ext cx="648000" cy="648000"/>
            <a:chOff x="6855727" y="5046248"/>
            <a:chExt cx="648000" cy="648000"/>
          </a:xfrm>
        </p:grpSpPr>
        <p:sp>
          <p:nvSpPr>
            <p:cNvPr id="122" name="椭圆 121"/>
            <p:cNvSpPr/>
            <p:nvPr/>
          </p:nvSpPr>
          <p:spPr>
            <a:xfrm>
              <a:off x="6855727" y="5046248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KSO_Shape"/>
            <p:cNvSpPr/>
            <p:nvPr/>
          </p:nvSpPr>
          <p:spPr bwMode="auto">
            <a:xfrm>
              <a:off x="6953964" y="5199738"/>
              <a:ext cx="461771" cy="354776"/>
            </a:xfrm>
            <a:custGeom>
              <a:avLst/>
              <a:gdLst>
                <a:gd name="T0" fmla="*/ 1660776 w 2546350"/>
                <a:gd name="T1" fmla="*/ 783048 h 1409701"/>
                <a:gd name="T2" fmla="*/ 1769836 w 2546350"/>
                <a:gd name="T3" fmla="*/ 861918 h 1409701"/>
                <a:gd name="T4" fmla="*/ 921682 w 2546350"/>
                <a:gd name="T5" fmla="*/ 1409701 h 1409701"/>
                <a:gd name="T6" fmla="*/ 729797 w 2546350"/>
                <a:gd name="T7" fmla="*/ 859878 h 1409701"/>
                <a:gd name="T8" fmla="*/ 850647 w 2546350"/>
                <a:gd name="T9" fmla="*/ 778742 h 1409701"/>
                <a:gd name="T10" fmla="*/ 591880 w 2546350"/>
                <a:gd name="T11" fmla="*/ 727368 h 1409701"/>
                <a:gd name="T12" fmla="*/ 778102 w 2546350"/>
                <a:gd name="T13" fmla="*/ 739045 h 1409701"/>
                <a:gd name="T14" fmla="*/ 684667 w 2546350"/>
                <a:gd name="T15" fmla="*/ 817014 h 1409701"/>
                <a:gd name="T16" fmla="*/ 0 w 2546350"/>
                <a:gd name="T17" fmla="*/ 1339155 h 1409701"/>
                <a:gd name="T18" fmla="*/ 77074 w 2546350"/>
                <a:gd name="T19" fmla="*/ 740308 h 1409701"/>
                <a:gd name="T20" fmla="*/ 449520 w 2546350"/>
                <a:gd name="T21" fmla="*/ 727368 h 1409701"/>
                <a:gd name="T22" fmla="*/ 2425273 w 2546350"/>
                <a:gd name="T23" fmla="*/ 707077 h 1409701"/>
                <a:gd name="T24" fmla="*/ 2545217 w 2546350"/>
                <a:gd name="T25" fmla="*/ 788440 h 1409701"/>
                <a:gd name="T26" fmla="*/ 2353389 w 2546350"/>
                <a:gd name="T27" fmla="*/ 1338263 h 1409701"/>
                <a:gd name="T28" fmla="*/ 1748292 w 2546350"/>
                <a:gd name="T29" fmla="*/ 761030 h 1409701"/>
                <a:gd name="T30" fmla="*/ 1751639 w 2546350"/>
                <a:gd name="T31" fmla="*/ 672628 h 1409701"/>
                <a:gd name="T32" fmla="*/ 1318533 w 2546350"/>
                <a:gd name="T33" fmla="*/ 82101 h 1409701"/>
                <a:gd name="T34" fmla="*/ 1428751 w 2546350"/>
                <a:gd name="T35" fmla="*/ 162185 h 1409701"/>
                <a:gd name="T36" fmla="*/ 1493838 w 2546350"/>
                <a:gd name="T37" fmla="*/ 298986 h 1409701"/>
                <a:gd name="T38" fmla="*/ 1524257 w 2546350"/>
                <a:gd name="T39" fmla="*/ 372145 h 1409701"/>
                <a:gd name="T40" fmla="*/ 1505392 w 2546350"/>
                <a:gd name="T41" fmla="*/ 463325 h 1409701"/>
                <a:gd name="T42" fmla="*/ 1460047 w 2546350"/>
                <a:gd name="T43" fmla="*/ 561245 h 1409701"/>
                <a:gd name="T44" fmla="*/ 1364570 w 2546350"/>
                <a:gd name="T45" fmla="*/ 665831 h 1409701"/>
                <a:gd name="T46" fmla="*/ 1235529 w 2546350"/>
                <a:gd name="T47" fmla="*/ 699861 h 1409701"/>
                <a:gd name="T48" fmla="*/ 1111250 w 2546350"/>
                <a:gd name="T49" fmla="*/ 650631 h 1409701"/>
                <a:gd name="T50" fmla="*/ 1024391 w 2546350"/>
                <a:gd name="T51" fmla="*/ 535155 h 1409701"/>
                <a:gd name="T52" fmla="*/ 983737 w 2546350"/>
                <a:gd name="T53" fmla="*/ 456120 h 1409701"/>
                <a:gd name="T54" fmla="*/ 981706 w 2546350"/>
                <a:gd name="T55" fmla="*/ 350306 h 1409701"/>
                <a:gd name="T56" fmla="*/ 1016227 w 2546350"/>
                <a:gd name="T57" fmla="*/ 255428 h 1409701"/>
                <a:gd name="T58" fmla="*/ 1096056 w 2546350"/>
                <a:gd name="T59" fmla="*/ 132465 h 1409701"/>
                <a:gd name="T60" fmla="*/ 1216252 w 2546350"/>
                <a:gd name="T61" fmla="*/ 72346 h 1409701"/>
                <a:gd name="T62" fmla="*/ 607408 w 2546350"/>
                <a:gd name="T63" fmla="*/ 33571 h 1409701"/>
                <a:gd name="T64" fmla="*/ 712589 w 2546350"/>
                <a:gd name="T65" fmla="*/ 123183 h 1409701"/>
                <a:gd name="T66" fmla="*/ 769261 w 2546350"/>
                <a:gd name="T67" fmla="*/ 265656 h 1409701"/>
                <a:gd name="T68" fmla="*/ 798064 w 2546350"/>
                <a:gd name="T69" fmla="*/ 332602 h 1409701"/>
                <a:gd name="T70" fmla="*/ 773361 w 2546350"/>
                <a:gd name="T71" fmla="*/ 407758 h 1409701"/>
                <a:gd name="T72" fmla="*/ 720523 w 2546350"/>
                <a:gd name="T73" fmla="*/ 523831 h 1409701"/>
                <a:gd name="T74" fmla="*/ 618969 w 2546350"/>
                <a:gd name="T75" fmla="*/ 619796 h 1409701"/>
                <a:gd name="T76" fmla="*/ 487264 w 2546350"/>
                <a:gd name="T77" fmla="*/ 642029 h 1409701"/>
                <a:gd name="T78" fmla="*/ 367575 w 2546350"/>
                <a:gd name="T79" fmla="*/ 581909 h 1409701"/>
                <a:gd name="T80" fmla="*/ 287555 w 2546350"/>
                <a:gd name="T81" fmla="*/ 458947 h 1409701"/>
                <a:gd name="T82" fmla="*/ 251422 w 2546350"/>
                <a:gd name="T83" fmla="*/ 393595 h 1409701"/>
                <a:gd name="T84" fmla="*/ 256812 w 2546350"/>
                <a:gd name="T85" fmla="*/ 287371 h 1409701"/>
                <a:gd name="T86" fmla="*/ 290275 w 2546350"/>
                <a:gd name="T87" fmla="*/ 192832 h 1409701"/>
                <a:gd name="T88" fmla="*/ 372335 w 2546350"/>
                <a:gd name="T89" fmla="*/ 72365 h 1409701"/>
                <a:gd name="T90" fmla="*/ 493838 w 2546350"/>
                <a:gd name="T91" fmla="*/ 15875 h 1409701"/>
                <a:gd name="T92" fmla="*/ 2131399 w 2546350"/>
                <a:gd name="T93" fmla="*/ 28121 h 1409701"/>
                <a:gd name="T94" fmla="*/ 2230687 w 2546350"/>
                <a:gd name="T95" fmla="*/ 126773 h 1409701"/>
                <a:gd name="T96" fmla="*/ 2278638 w 2546350"/>
                <a:gd name="T97" fmla="*/ 268548 h 1409701"/>
                <a:gd name="T98" fmla="*/ 2303010 w 2546350"/>
                <a:gd name="T99" fmla="*/ 342808 h 1409701"/>
                <a:gd name="T100" fmla="*/ 2271717 w 2546350"/>
                <a:gd name="T101" fmla="*/ 401411 h 1409701"/>
                <a:gd name="T102" fmla="*/ 2206659 w 2546350"/>
                <a:gd name="T103" fmla="*/ 537936 h 1409701"/>
                <a:gd name="T104" fmla="*/ 2096263 w 2546350"/>
                <a:gd name="T105" fmla="*/ 618218 h 1409701"/>
                <a:gd name="T106" fmla="*/ 1962972 w 2546350"/>
                <a:gd name="T107" fmla="*/ 620259 h 1409701"/>
                <a:gd name="T108" fmla="*/ 1850763 w 2546350"/>
                <a:gd name="T109" fmla="*/ 543152 h 1409701"/>
                <a:gd name="T110" fmla="*/ 1783438 w 2546350"/>
                <a:gd name="T111" fmla="*/ 408895 h 1409701"/>
                <a:gd name="T112" fmla="*/ 1749644 w 2546350"/>
                <a:gd name="T113" fmla="*/ 354290 h 1409701"/>
                <a:gd name="T114" fmla="*/ 1770632 w 2546350"/>
                <a:gd name="T115" fmla="*/ 268288 h 1409701"/>
                <a:gd name="T116" fmla="*/ 1811774 w 2546350"/>
                <a:gd name="T117" fmla="*/ 145370 h 1409701"/>
                <a:gd name="T118" fmla="*/ 1905168 w 2546350"/>
                <a:gd name="T119" fmla="*/ 38100 h 1409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46350" h="1409701">
                  <a:moveTo>
                    <a:pt x="1205490" y="715963"/>
                  </a:moveTo>
                  <a:lnTo>
                    <a:pt x="1293463" y="715963"/>
                  </a:lnTo>
                  <a:lnTo>
                    <a:pt x="1320445" y="783954"/>
                  </a:lnTo>
                  <a:lnTo>
                    <a:pt x="1271470" y="813191"/>
                  </a:lnTo>
                  <a:lnTo>
                    <a:pt x="1310469" y="955292"/>
                  </a:lnTo>
                  <a:lnTo>
                    <a:pt x="1402297" y="721402"/>
                  </a:lnTo>
                  <a:lnTo>
                    <a:pt x="1433360" y="726162"/>
                  </a:lnTo>
                  <a:lnTo>
                    <a:pt x="1463969" y="731601"/>
                  </a:lnTo>
                  <a:lnTo>
                    <a:pt x="1494805" y="737494"/>
                  </a:lnTo>
                  <a:lnTo>
                    <a:pt x="1509997" y="740667"/>
                  </a:lnTo>
                  <a:lnTo>
                    <a:pt x="1525188" y="743840"/>
                  </a:lnTo>
                  <a:lnTo>
                    <a:pt x="1539699" y="747239"/>
                  </a:lnTo>
                  <a:lnTo>
                    <a:pt x="1554664" y="750639"/>
                  </a:lnTo>
                  <a:lnTo>
                    <a:pt x="1568948" y="754491"/>
                  </a:lnTo>
                  <a:lnTo>
                    <a:pt x="1583006" y="757891"/>
                  </a:lnTo>
                  <a:lnTo>
                    <a:pt x="1597063" y="761971"/>
                  </a:lnTo>
                  <a:lnTo>
                    <a:pt x="1610441" y="765823"/>
                  </a:lnTo>
                  <a:lnTo>
                    <a:pt x="1623818" y="770129"/>
                  </a:lnTo>
                  <a:lnTo>
                    <a:pt x="1636289" y="774209"/>
                  </a:lnTo>
                  <a:lnTo>
                    <a:pt x="1648759" y="778515"/>
                  </a:lnTo>
                  <a:lnTo>
                    <a:pt x="1660776" y="783048"/>
                  </a:lnTo>
                  <a:lnTo>
                    <a:pt x="1672113" y="787581"/>
                  </a:lnTo>
                  <a:lnTo>
                    <a:pt x="1683223" y="792113"/>
                  </a:lnTo>
                  <a:lnTo>
                    <a:pt x="1693653" y="796873"/>
                  </a:lnTo>
                  <a:lnTo>
                    <a:pt x="1703629" y="801632"/>
                  </a:lnTo>
                  <a:lnTo>
                    <a:pt x="1712699" y="806618"/>
                  </a:lnTo>
                  <a:lnTo>
                    <a:pt x="1721542" y="811604"/>
                  </a:lnTo>
                  <a:lnTo>
                    <a:pt x="1729704" y="817043"/>
                  </a:lnTo>
                  <a:lnTo>
                    <a:pt x="1736960" y="822256"/>
                  </a:lnTo>
                  <a:lnTo>
                    <a:pt x="1743762" y="827695"/>
                  </a:lnTo>
                  <a:lnTo>
                    <a:pt x="1749657" y="833135"/>
                  </a:lnTo>
                  <a:lnTo>
                    <a:pt x="1752378" y="835854"/>
                  </a:lnTo>
                  <a:lnTo>
                    <a:pt x="1754872" y="838801"/>
                  </a:lnTo>
                  <a:lnTo>
                    <a:pt x="1757139" y="841520"/>
                  </a:lnTo>
                  <a:lnTo>
                    <a:pt x="1759180" y="844240"/>
                  </a:lnTo>
                  <a:lnTo>
                    <a:pt x="1761221" y="847186"/>
                  </a:lnTo>
                  <a:lnTo>
                    <a:pt x="1762808" y="850133"/>
                  </a:lnTo>
                  <a:lnTo>
                    <a:pt x="1764168" y="853079"/>
                  </a:lnTo>
                  <a:lnTo>
                    <a:pt x="1765528" y="855799"/>
                  </a:lnTo>
                  <a:lnTo>
                    <a:pt x="1767569" y="857838"/>
                  </a:lnTo>
                  <a:lnTo>
                    <a:pt x="1768703" y="859878"/>
                  </a:lnTo>
                  <a:lnTo>
                    <a:pt x="1769836" y="861918"/>
                  </a:lnTo>
                  <a:lnTo>
                    <a:pt x="1770063" y="863278"/>
                  </a:lnTo>
                  <a:lnTo>
                    <a:pt x="1770063" y="864184"/>
                  </a:lnTo>
                  <a:lnTo>
                    <a:pt x="1770063" y="1395196"/>
                  </a:lnTo>
                  <a:lnTo>
                    <a:pt x="1770063" y="1396556"/>
                  </a:lnTo>
                  <a:lnTo>
                    <a:pt x="1769610" y="1398143"/>
                  </a:lnTo>
                  <a:lnTo>
                    <a:pt x="1768930" y="1399502"/>
                  </a:lnTo>
                  <a:lnTo>
                    <a:pt x="1768023" y="1400862"/>
                  </a:lnTo>
                  <a:lnTo>
                    <a:pt x="1767116" y="1402222"/>
                  </a:lnTo>
                  <a:lnTo>
                    <a:pt x="1765755" y="1403355"/>
                  </a:lnTo>
                  <a:lnTo>
                    <a:pt x="1764168" y="1404488"/>
                  </a:lnTo>
                  <a:lnTo>
                    <a:pt x="1762581" y="1405395"/>
                  </a:lnTo>
                  <a:lnTo>
                    <a:pt x="1760767" y="1406528"/>
                  </a:lnTo>
                  <a:lnTo>
                    <a:pt x="1758726" y="1407208"/>
                  </a:lnTo>
                  <a:lnTo>
                    <a:pt x="1754192" y="1408795"/>
                  </a:lnTo>
                  <a:lnTo>
                    <a:pt x="1749430" y="1409475"/>
                  </a:lnTo>
                  <a:lnTo>
                    <a:pt x="1746936" y="1409701"/>
                  </a:lnTo>
                  <a:lnTo>
                    <a:pt x="1743989" y="1409701"/>
                  </a:lnTo>
                  <a:lnTo>
                    <a:pt x="1604307" y="1409701"/>
                  </a:lnTo>
                  <a:lnTo>
                    <a:pt x="1590791" y="1027113"/>
                  </a:lnTo>
                  <a:lnTo>
                    <a:pt x="1577077" y="1409701"/>
                  </a:lnTo>
                  <a:lnTo>
                    <a:pt x="921682" y="1409701"/>
                  </a:lnTo>
                  <a:lnTo>
                    <a:pt x="908166" y="1027113"/>
                  </a:lnTo>
                  <a:lnTo>
                    <a:pt x="894451" y="1409701"/>
                  </a:lnTo>
                  <a:lnTo>
                    <a:pt x="754511" y="1409701"/>
                  </a:lnTo>
                  <a:lnTo>
                    <a:pt x="752017" y="1409701"/>
                  </a:lnTo>
                  <a:lnTo>
                    <a:pt x="749523" y="1409475"/>
                  </a:lnTo>
                  <a:lnTo>
                    <a:pt x="744535" y="1408795"/>
                  </a:lnTo>
                  <a:lnTo>
                    <a:pt x="740227" y="1407208"/>
                  </a:lnTo>
                  <a:lnTo>
                    <a:pt x="738186" y="1406528"/>
                  </a:lnTo>
                  <a:lnTo>
                    <a:pt x="736145" y="1405395"/>
                  </a:lnTo>
                  <a:lnTo>
                    <a:pt x="734785" y="1404488"/>
                  </a:lnTo>
                  <a:lnTo>
                    <a:pt x="733198" y="1403355"/>
                  </a:lnTo>
                  <a:lnTo>
                    <a:pt x="731837" y="1402222"/>
                  </a:lnTo>
                  <a:lnTo>
                    <a:pt x="730704" y="1400862"/>
                  </a:lnTo>
                  <a:lnTo>
                    <a:pt x="729797" y="1399502"/>
                  </a:lnTo>
                  <a:lnTo>
                    <a:pt x="729117" y="1398143"/>
                  </a:lnTo>
                  <a:lnTo>
                    <a:pt x="728890" y="1396556"/>
                  </a:lnTo>
                  <a:lnTo>
                    <a:pt x="728663" y="1395196"/>
                  </a:lnTo>
                  <a:lnTo>
                    <a:pt x="728663" y="864184"/>
                  </a:lnTo>
                  <a:lnTo>
                    <a:pt x="728663" y="863278"/>
                  </a:lnTo>
                  <a:lnTo>
                    <a:pt x="728890" y="861918"/>
                  </a:lnTo>
                  <a:lnTo>
                    <a:pt x="729797" y="859878"/>
                  </a:lnTo>
                  <a:lnTo>
                    <a:pt x="731384" y="857838"/>
                  </a:lnTo>
                  <a:lnTo>
                    <a:pt x="733198" y="855799"/>
                  </a:lnTo>
                  <a:lnTo>
                    <a:pt x="734332" y="853079"/>
                  </a:lnTo>
                  <a:lnTo>
                    <a:pt x="735919" y="850133"/>
                  </a:lnTo>
                  <a:lnTo>
                    <a:pt x="737733" y="847186"/>
                  </a:lnTo>
                  <a:lnTo>
                    <a:pt x="739546" y="844240"/>
                  </a:lnTo>
                  <a:lnTo>
                    <a:pt x="741814" y="841520"/>
                  </a:lnTo>
                  <a:lnTo>
                    <a:pt x="744081" y="838801"/>
                  </a:lnTo>
                  <a:lnTo>
                    <a:pt x="746575" y="835854"/>
                  </a:lnTo>
                  <a:lnTo>
                    <a:pt x="749296" y="833135"/>
                  </a:lnTo>
                  <a:lnTo>
                    <a:pt x="755191" y="827695"/>
                  </a:lnTo>
                  <a:lnTo>
                    <a:pt x="761993" y="822256"/>
                  </a:lnTo>
                  <a:lnTo>
                    <a:pt x="769249" y="817043"/>
                  </a:lnTo>
                  <a:lnTo>
                    <a:pt x="777638" y="811604"/>
                  </a:lnTo>
                  <a:lnTo>
                    <a:pt x="786254" y="806618"/>
                  </a:lnTo>
                  <a:lnTo>
                    <a:pt x="795777" y="801632"/>
                  </a:lnTo>
                  <a:lnTo>
                    <a:pt x="805527" y="796873"/>
                  </a:lnTo>
                  <a:lnTo>
                    <a:pt x="816183" y="792113"/>
                  </a:lnTo>
                  <a:lnTo>
                    <a:pt x="827293" y="787581"/>
                  </a:lnTo>
                  <a:lnTo>
                    <a:pt x="838630" y="783048"/>
                  </a:lnTo>
                  <a:lnTo>
                    <a:pt x="850647" y="778742"/>
                  </a:lnTo>
                  <a:lnTo>
                    <a:pt x="863345" y="774209"/>
                  </a:lnTo>
                  <a:lnTo>
                    <a:pt x="876268" y="770129"/>
                  </a:lnTo>
                  <a:lnTo>
                    <a:pt x="889419" y="766050"/>
                  </a:lnTo>
                  <a:lnTo>
                    <a:pt x="903023" y="761971"/>
                  </a:lnTo>
                  <a:lnTo>
                    <a:pt x="917081" y="758344"/>
                  </a:lnTo>
                  <a:lnTo>
                    <a:pt x="931139" y="754491"/>
                  </a:lnTo>
                  <a:lnTo>
                    <a:pt x="945650" y="750865"/>
                  </a:lnTo>
                  <a:lnTo>
                    <a:pt x="960388" y="747466"/>
                  </a:lnTo>
                  <a:lnTo>
                    <a:pt x="975352" y="743840"/>
                  </a:lnTo>
                  <a:lnTo>
                    <a:pt x="990544" y="740893"/>
                  </a:lnTo>
                  <a:lnTo>
                    <a:pt x="1005735" y="737494"/>
                  </a:lnTo>
                  <a:lnTo>
                    <a:pt x="1036344" y="731828"/>
                  </a:lnTo>
                  <a:lnTo>
                    <a:pt x="1067407" y="726388"/>
                  </a:lnTo>
                  <a:lnTo>
                    <a:pt x="1098470" y="721629"/>
                  </a:lnTo>
                  <a:lnTo>
                    <a:pt x="1188484" y="955292"/>
                  </a:lnTo>
                  <a:lnTo>
                    <a:pt x="1227483" y="813191"/>
                  </a:lnTo>
                  <a:lnTo>
                    <a:pt x="1178281" y="783954"/>
                  </a:lnTo>
                  <a:lnTo>
                    <a:pt x="1205490" y="715963"/>
                  </a:lnTo>
                  <a:close/>
                  <a:moveTo>
                    <a:pt x="476723" y="658812"/>
                  </a:moveTo>
                  <a:lnTo>
                    <a:pt x="564677" y="658812"/>
                  </a:lnTo>
                  <a:lnTo>
                    <a:pt x="591880" y="727368"/>
                  </a:lnTo>
                  <a:lnTo>
                    <a:pt x="542915" y="756425"/>
                  </a:lnTo>
                  <a:lnTo>
                    <a:pt x="581452" y="898986"/>
                  </a:lnTo>
                  <a:lnTo>
                    <a:pt x="673487" y="664487"/>
                  </a:lnTo>
                  <a:lnTo>
                    <a:pt x="704317" y="669481"/>
                  </a:lnTo>
                  <a:lnTo>
                    <a:pt x="735373" y="674703"/>
                  </a:lnTo>
                  <a:lnTo>
                    <a:pt x="766202" y="680605"/>
                  </a:lnTo>
                  <a:lnTo>
                    <a:pt x="781163" y="683783"/>
                  </a:lnTo>
                  <a:lnTo>
                    <a:pt x="796125" y="686961"/>
                  </a:lnTo>
                  <a:lnTo>
                    <a:pt x="811086" y="690366"/>
                  </a:lnTo>
                  <a:lnTo>
                    <a:pt x="825594" y="693998"/>
                  </a:lnTo>
                  <a:lnTo>
                    <a:pt x="840329" y="697630"/>
                  </a:lnTo>
                  <a:lnTo>
                    <a:pt x="854383" y="701263"/>
                  </a:lnTo>
                  <a:lnTo>
                    <a:pt x="868211" y="705122"/>
                  </a:lnTo>
                  <a:lnTo>
                    <a:pt x="870360" y="705778"/>
                  </a:lnTo>
                  <a:lnTo>
                    <a:pt x="856570" y="709807"/>
                  </a:lnTo>
                  <a:lnTo>
                    <a:pt x="842283" y="714340"/>
                  </a:lnTo>
                  <a:lnTo>
                    <a:pt x="828449" y="719099"/>
                  </a:lnTo>
                  <a:lnTo>
                    <a:pt x="815069" y="723859"/>
                  </a:lnTo>
                  <a:lnTo>
                    <a:pt x="802369" y="728846"/>
                  </a:lnTo>
                  <a:lnTo>
                    <a:pt x="789895" y="734059"/>
                  </a:lnTo>
                  <a:lnTo>
                    <a:pt x="778102" y="739045"/>
                  </a:lnTo>
                  <a:lnTo>
                    <a:pt x="766763" y="744258"/>
                  </a:lnTo>
                  <a:lnTo>
                    <a:pt x="755877" y="749924"/>
                  </a:lnTo>
                  <a:lnTo>
                    <a:pt x="746126" y="755364"/>
                  </a:lnTo>
                  <a:lnTo>
                    <a:pt x="736374" y="761030"/>
                  </a:lnTo>
                  <a:lnTo>
                    <a:pt x="727983" y="766697"/>
                  </a:lnTo>
                  <a:lnTo>
                    <a:pt x="719819" y="772590"/>
                  </a:lnTo>
                  <a:lnTo>
                    <a:pt x="712788" y="778709"/>
                  </a:lnTo>
                  <a:lnTo>
                    <a:pt x="709386" y="781656"/>
                  </a:lnTo>
                  <a:lnTo>
                    <a:pt x="706211" y="784602"/>
                  </a:lnTo>
                  <a:lnTo>
                    <a:pt x="703490" y="788002"/>
                  </a:lnTo>
                  <a:lnTo>
                    <a:pt x="700542" y="790948"/>
                  </a:lnTo>
                  <a:lnTo>
                    <a:pt x="698047" y="794122"/>
                  </a:lnTo>
                  <a:lnTo>
                    <a:pt x="696006" y="797295"/>
                  </a:lnTo>
                  <a:lnTo>
                    <a:pt x="693738" y="800695"/>
                  </a:lnTo>
                  <a:lnTo>
                    <a:pt x="692151" y="803868"/>
                  </a:lnTo>
                  <a:lnTo>
                    <a:pt x="690563" y="807041"/>
                  </a:lnTo>
                  <a:lnTo>
                    <a:pt x="689202" y="810441"/>
                  </a:lnTo>
                  <a:lnTo>
                    <a:pt x="686935" y="812481"/>
                  </a:lnTo>
                  <a:lnTo>
                    <a:pt x="685574" y="814747"/>
                  </a:lnTo>
                  <a:lnTo>
                    <a:pt x="684893" y="815654"/>
                  </a:lnTo>
                  <a:lnTo>
                    <a:pt x="684667" y="817014"/>
                  </a:lnTo>
                  <a:lnTo>
                    <a:pt x="684440" y="818147"/>
                  </a:lnTo>
                  <a:lnTo>
                    <a:pt x="684213" y="819507"/>
                  </a:lnTo>
                  <a:lnTo>
                    <a:pt x="684213" y="1354137"/>
                  </a:lnTo>
                  <a:lnTo>
                    <a:pt x="193036" y="1354137"/>
                  </a:lnTo>
                  <a:lnTo>
                    <a:pt x="179272" y="971549"/>
                  </a:lnTo>
                  <a:lnTo>
                    <a:pt x="165708" y="1354137"/>
                  </a:lnTo>
                  <a:lnTo>
                    <a:pt x="26069" y="1354137"/>
                  </a:lnTo>
                  <a:lnTo>
                    <a:pt x="23576" y="1353910"/>
                  </a:lnTo>
                  <a:lnTo>
                    <a:pt x="20855" y="1353683"/>
                  </a:lnTo>
                  <a:lnTo>
                    <a:pt x="16095" y="1352775"/>
                  </a:lnTo>
                  <a:lnTo>
                    <a:pt x="11561" y="1351640"/>
                  </a:lnTo>
                  <a:lnTo>
                    <a:pt x="9748" y="1350505"/>
                  </a:lnTo>
                  <a:lnTo>
                    <a:pt x="7707" y="1349824"/>
                  </a:lnTo>
                  <a:lnTo>
                    <a:pt x="6121" y="1348689"/>
                  </a:lnTo>
                  <a:lnTo>
                    <a:pt x="4761" y="1347554"/>
                  </a:lnTo>
                  <a:lnTo>
                    <a:pt x="3174" y="1346419"/>
                  </a:lnTo>
                  <a:lnTo>
                    <a:pt x="2040" y="1345057"/>
                  </a:lnTo>
                  <a:lnTo>
                    <a:pt x="1360" y="1343695"/>
                  </a:lnTo>
                  <a:lnTo>
                    <a:pt x="680" y="1342333"/>
                  </a:lnTo>
                  <a:lnTo>
                    <a:pt x="453" y="1340744"/>
                  </a:lnTo>
                  <a:lnTo>
                    <a:pt x="0" y="1339155"/>
                  </a:lnTo>
                  <a:lnTo>
                    <a:pt x="0" y="807729"/>
                  </a:lnTo>
                  <a:lnTo>
                    <a:pt x="0" y="806367"/>
                  </a:lnTo>
                  <a:lnTo>
                    <a:pt x="453" y="805459"/>
                  </a:lnTo>
                  <a:lnTo>
                    <a:pt x="1360" y="803189"/>
                  </a:lnTo>
                  <a:lnTo>
                    <a:pt x="2720" y="801146"/>
                  </a:lnTo>
                  <a:lnTo>
                    <a:pt x="4761" y="799330"/>
                  </a:lnTo>
                  <a:lnTo>
                    <a:pt x="5894" y="796379"/>
                  </a:lnTo>
                  <a:lnTo>
                    <a:pt x="7481" y="793201"/>
                  </a:lnTo>
                  <a:lnTo>
                    <a:pt x="9294" y="790477"/>
                  </a:lnTo>
                  <a:lnTo>
                    <a:pt x="10881" y="787753"/>
                  </a:lnTo>
                  <a:lnTo>
                    <a:pt x="13148" y="784801"/>
                  </a:lnTo>
                  <a:lnTo>
                    <a:pt x="15415" y="781850"/>
                  </a:lnTo>
                  <a:lnTo>
                    <a:pt x="17908" y="779126"/>
                  </a:lnTo>
                  <a:lnTo>
                    <a:pt x="20629" y="776402"/>
                  </a:lnTo>
                  <a:lnTo>
                    <a:pt x="26523" y="770727"/>
                  </a:lnTo>
                  <a:lnTo>
                    <a:pt x="33323" y="765506"/>
                  </a:lnTo>
                  <a:lnTo>
                    <a:pt x="40804" y="760285"/>
                  </a:lnTo>
                  <a:lnTo>
                    <a:pt x="48738" y="755063"/>
                  </a:lnTo>
                  <a:lnTo>
                    <a:pt x="57579" y="750069"/>
                  </a:lnTo>
                  <a:lnTo>
                    <a:pt x="66873" y="745075"/>
                  </a:lnTo>
                  <a:lnTo>
                    <a:pt x="77074" y="740308"/>
                  </a:lnTo>
                  <a:lnTo>
                    <a:pt x="87728" y="735541"/>
                  </a:lnTo>
                  <a:lnTo>
                    <a:pt x="98382" y="730547"/>
                  </a:lnTo>
                  <a:lnTo>
                    <a:pt x="110170" y="726006"/>
                  </a:lnTo>
                  <a:lnTo>
                    <a:pt x="122184" y="721693"/>
                  </a:lnTo>
                  <a:lnTo>
                    <a:pt x="134652" y="717380"/>
                  </a:lnTo>
                  <a:lnTo>
                    <a:pt x="147573" y="713294"/>
                  </a:lnTo>
                  <a:lnTo>
                    <a:pt x="160721" y="709208"/>
                  </a:lnTo>
                  <a:lnTo>
                    <a:pt x="174322" y="705122"/>
                  </a:lnTo>
                  <a:lnTo>
                    <a:pt x="188377" y="701263"/>
                  </a:lnTo>
                  <a:lnTo>
                    <a:pt x="202658" y="697630"/>
                  </a:lnTo>
                  <a:lnTo>
                    <a:pt x="216940" y="693998"/>
                  </a:lnTo>
                  <a:lnTo>
                    <a:pt x="231901" y="690366"/>
                  </a:lnTo>
                  <a:lnTo>
                    <a:pt x="246862" y="687188"/>
                  </a:lnTo>
                  <a:lnTo>
                    <a:pt x="261824" y="683783"/>
                  </a:lnTo>
                  <a:lnTo>
                    <a:pt x="277012" y="680832"/>
                  </a:lnTo>
                  <a:lnTo>
                    <a:pt x="307841" y="674703"/>
                  </a:lnTo>
                  <a:lnTo>
                    <a:pt x="338897" y="669481"/>
                  </a:lnTo>
                  <a:lnTo>
                    <a:pt x="369953" y="664714"/>
                  </a:lnTo>
                  <a:lnTo>
                    <a:pt x="459948" y="898986"/>
                  </a:lnTo>
                  <a:lnTo>
                    <a:pt x="498485" y="756425"/>
                  </a:lnTo>
                  <a:lnTo>
                    <a:pt x="449520" y="727368"/>
                  </a:lnTo>
                  <a:lnTo>
                    <a:pt x="476723" y="658812"/>
                  </a:lnTo>
                  <a:close/>
                  <a:moveTo>
                    <a:pt x="1981777" y="644525"/>
                  </a:moveTo>
                  <a:lnTo>
                    <a:pt x="2069750" y="644525"/>
                  </a:lnTo>
                  <a:lnTo>
                    <a:pt x="2096959" y="712516"/>
                  </a:lnTo>
                  <a:lnTo>
                    <a:pt x="2047757" y="741753"/>
                  </a:lnTo>
                  <a:lnTo>
                    <a:pt x="2086529" y="883854"/>
                  </a:lnTo>
                  <a:lnTo>
                    <a:pt x="2178357" y="649964"/>
                  </a:lnTo>
                  <a:lnTo>
                    <a:pt x="2209420" y="654724"/>
                  </a:lnTo>
                  <a:lnTo>
                    <a:pt x="2240256" y="660390"/>
                  </a:lnTo>
                  <a:lnTo>
                    <a:pt x="2271092" y="666056"/>
                  </a:lnTo>
                  <a:lnTo>
                    <a:pt x="2286284" y="669229"/>
                  </a:lnTo>
                  <a:lnTo>
                    <a:pt x="2301248" y="672402"/>
                  </a:lnTo>
                  <a:lnTo>
                    <a:pt x="2316213" y="675801"/>
                  </a:lnTo>
                  <a:lnTo>
                    <a:pt x="2330724" y="679201"/>
                  </a:lnTo>
                  <a:lnTo>
                    <a:pt x="2345235" y="683053"/>
                  </a:lnTo>
                  <a:lnTo>
                    <a:pt x="2359293" y="686680"/>
                  </a:lnTo>
                  <a:lnTo>
                    <a:pt x="2373124" y="690533"/>
                  </a:lnTo>
                  <a:lnTo>
                    <a:pt x="2386501" y="694385"/>
                  </a:lnTo>
                  <a:lnTo>
                    <a:pt x="2399879" y="698691"/>
                  </a:lnTo>
                  <a:lnTo>
                    <a:pt x="2412576" y="702771"/>
                  </a:lnTo>
                  <a:lnTo>
                    <a:pt x="2425273" y="707077"/>
                  </a:lnTo>
                  <a:lnTo>
                    <a:pt x="2437063" y="711610"/>
                  </a:lnTo>
                  <a:lnTo>
                    <a:pt x="2448400" y="716143"/>
                  </a:lnTo>
                  <a:lnTo>
                    <a:pt x="2459510" y="720675"/>
                  </a:lnTo>
                  <a:lnTo>
                    <a:pt x="2469940" y="725435"/>
                  </a:lnTo>
                  <a:lnTo>
                    <a:pt x="2479916" y="730194"/>
                  </a:lnTo>
                  <a:lnTo>
                    <a:pt x="2489213" y="735180"/>
                  </a:lnTo>
                  <a:lnTo>
                    <a:pt x="2497829" y="740393"/>
                  </a:lnTo>
                  <a:lnTo>
                    <a:pt x="2505991" y="745605"/>
                  </a:lnTo>
                  <a:lnTo>
                    <a:pt x="2513247" y="750818"/>
                  </a:lnTo>
                  <a:lnTo>
                    <a:pt x="2520049" y="756257"/>
                  </a:lnTo>
                  <a:lnTo>
                    <a:pt x="2525944" y="761697"/>
                  </a:lnTo>
                  <a:lnTo>
                    <a:pt x="2528665" y="764416"/>
                  </a:lnTo>
                  <a:lnTo>
                    <a:pt x="2531159" y="767363"/>
                  </a:lnTo>
                  <a:lnTo>
                    <a:pt x="2533426" y="770082"/>
                  </a:lnTo>
                  <a:lnTo>
                    <a:pt x="2535467" y="772802"/>
                  </a:lnTo>
                  <a:lnTo>
                    <a:pt x="2537508" y="775975"/>
                  </a:lnTo>
                  <a:lnTo>
                    <a:pt x="2538868" y="778695"/>
                  </a:lnTo>
                  <a:lnTo>
                    <a:pt x="2540455" y="781641"/>
                  </a:lnTo>
                  <a:lnTo>
                    <a:pt x="2541815" y="784361"/>
                  </a:lnTo>
                  <a:lnTo>
                    <a:pt x="2543856" y="786400"/>
                  </a:lnTo>
                  <a:lnTo>
                    <a:pt x="2545217" y="788440"/>
                  </a:lnTo>
                  <a:lnTo>
                    <a:pt x="2546123" y="790480"/>
                  </a:lnTo>
                  <a:lnTo>
                    <a:pt x="2546350" y="791840"/>
                  </a:lnTo>
                  <a:lnTo>
                    <a:pt x="2546350" y="792746"/>
                  </a:lnTo>
                  <a:lnTo>
                    <a:pt x="2546350" y="1323758"/>
                  </a:lnTo>
                  <a:lnTo>
                    <a:pt x="2546350" y="1325118"/>
                  </a:lnTo>
                  <a:lnTo>
                    <a:pt x="2545670" y="1326705"/>
                  </a:lnTo>
                  <a:lnTo>
                    <a:pt x="2545217" y="1328064"/>
                  </a:lnTo>
                  <a:lnTo>
                    <a:pt x="2544310" y="1329424"/>
                  </a:lnTo>
                  <a:lnTo>
                    <a:pt x="2543176" y="1330784"/>
                  </a:lnTo>
                  <a:lnTo>
                    <a:pt x="2542042" y="1332144"/>
                  </a:lnTo>
                  <a:lnTo>
                    <a:pt x="2540455" y="1333050"/>
                  </a:lnTo>
                  <a:lnTo>
                    <a:pt x="2538641" y="1333957"/>
                  </a:lnTo>
                  <a:lnTo>
                    <a:pt x="2537054" y="1335090"/>
                  </a:lnTo>
                  <a:lnTo>
                    <a:pt x="2535013" y="1335770"/>
                  </a:lnTo>
                  <a:lnTo>
                    <a:pt x="2530479" y="1337357"/>
                  </a:lnTo>
                  <a:lnTo>
                    <a:pt x="2525490" y="1338037"/>
                  </a:lnTo>
                  <a:lnTo>
                    <a:pt x="2522996" y="1338263"/>
                  </a:lnTo>
                  <a:lnTo>
                    <a:pt x="2520276" y="1338263"/>
                  </a:lnTo>
                  <a:lnTo>
                    <a:pt x="2380604" y="1338263"/>
                  </a:lnTo>
                  <a:lnTo>
                    <a:pt x="2367197" y="957263"/>
                  </a:lnTo>
                  <a:lnTo>
                    <a:pt x="2353389" y="1338263"/>
                  </a:lnTo>
                  <a:lnTo>
                    <a:pt x="1800226" y="1338263"/>
                  </a:lnTo>
                  <a:lnTo>
                    <a:pt x="1800226" y="819507"/>
                  </a:lnTo>
                  <a:lnTo>
                    <a:pt x="1799999" y="818147"/>
                  </a:lnTo>
                  <a:lnTo>
                    <a:pt x="1799773" y="817014"/>
                  </a:lnTo>
                  <a:lnTo>
                    <a:pt x="1799546" y="815654"/>
                  </a:lnTo>
                  <a:lnTo>
                    <a:pt x="1798865" y="814747"/>
                  </a:lnTo>
                  <a:lnTo>
                    <a:pt x="1797278" y="812481"/>
                  </a:lnTo>
                  <a:lnTo>
                    <a:pt x="1795237" y="810441"/>
                  </a:lnTo>
                  <a:lnTo>
                    <a:pt x="1794103" y="807041"/>
                  </a:lnTo>
                  <a:lnTo>
                    <a:pt x="1792515" y="803868"/>
                  </a:lnTo>
                  <a:lnTo>
                    <a:pt x="1790474" y="800695"/>
                  </a:lnTo>
                  <a:lnTo>
                    <a:pt x="1788433" y="797295"/>
                  </a:lnTo>
                  <a:lnTo>
                    <a:pt x="1786165" y="794122"/>
                  </a:lnTo>
                  <a:lnTo>
                    <a:pt x="1783898" y="790948"/>
                  </a:lnTo>
                  <a:lnTo>
                    <a:pt x="1781176" y="788002"/>
                  </a:lnTo>
                  <a:lnTo>
                    <a:pt x="1778455" y="784602"/>
                  </a:lnTo>
                  <a:lnTo>
                    <a:pt x="1775053" y="781656"/>
                  </a:lnTo>
                  <a:lnTo>
                    <a:pt x="1771878" y="778709"/>
                  </a:lnTo>
                  <a:lnTo>
                    <a:pt x="1764621" y="772590"/>
                  </a:lnTo>
                  <a:lnTo>
                    <a:pt x="1756910" y="766697"/>
                  </a:lnTo>
                  <a:lnTo>
                    <a:pt x="1748292" y="761030"/>
                  </a:lnTo>
                  <a:lnTo>
                    <a:pt x="1738994" y="755364"/>
                  </a:lnTo>
                  <a:lnTo>
                    <a:pt x="1728789" y="749924"/>
                  </a:lnTo>
                  <a:lnTo>
                    <a:pt x="1718357" y="744258"/>
                  </a:lnTo>
                  <a:lnTo>
                    <a:pt x="1707244" y="739045"/>
                  </a:lnTo>
                  <a:lnTo>
                    <a:pt x="1695224" y="733832"/>
                  </a:lnTo>
                  <a:lnTo>
                    <a:pt x="1682978" y="728619"/>
                  </a:lnTo>
                  <a:lnTo>
                    <a:pt x="1670278" y="723859"/>
                  </a:lnTo>
                  <a:lnTo>
                    <a:pt x="1656898" y="719099"/>
                  </a:lnTo>
                  <a:lnTo>
                    <a:pt x="1643290" y="714340"/>
                  </a:lnTo>
                  <a:lnTo>
                    <a:pt x="1629230" y="709807"/>
                  </a:lnTo>
                  <a:lnTo>
                    <a:pt x="1624147" y="708322"/>
                  </a:lnTo>
                  <a:lnTo>
                    <a:pt x="1626934" y="707304"/>
                  </a:lnTo>
                  <a:lnTo>
                    <a:pt x="1639632" y="702998"/>
                  </a:lnTo>
                  <a:lnTo>
                    <a:pt x="1652556" y="698691"/>
                  </a:lnTo>
                  <a:lnTo>
                    <a:pt x="1665480" y="694612"/>
                  </a:lnTo>
                  <a:lnTo>
                    <a:pt x="1679084" y="690533"/>
                  </a:lnTo>
                  <a:lnTo>
                    <a:pt x="1693368" y="686906"/>
                  </a:lnTo>
                  <a:lnTo>
                    <a:pt x="1707426" y="683053"/>
                  </a:lnTo>
                  <a:lnTo>
                    <a:pt x="1722164" y="679427"/>
                  </a:lnTo>
                  <a:lnTo>
                    <a:pt x="1736675" y="676028"/>
                  </a:lnTo>
                  <a:lnTo>
                    <a:pt x="1751639" y="672628"/>
                  </a:lnTo>
                  <a:lnTo>
                    <a:pt x="1766831" y="669455"/>
                  </a:lnTo>
                  <a:lnTo>
                    <a:pt x="1781795" y="666056"/>
                  </a:lnTo>
                  <a:lnTo>
                    <a:pt x="1812631" y="660390"/>
                  </a:lnTo>
                  <a:lnTo>
                    <a:pt x="1843694" y="654950"/>
                  </a:lnTo>
                  <a:lnTo>
                    <a:pt x="1874757" y="650191"/>
                  </a:lnTo>
                  <a:lnTo>
                    <a:pt x="1964772" y="883854"/>
                  </a:lnTo>
                  <a:lnTo>
                    <a:pt x="2003543" y="741753"/>
                  </a:lnTo>
                  <a:lnTo>
                    <a:pt x="1954342" y="712516"/>
                  </a:lnTo>
                  <a:lnTo>
                    <a:pt x="1981777" y="644525"/>
                  </a:lnTo>
                  <a:close/>
                  <a:moveTo>
                    <a:pt x="1248456" y="69850"/>
                  </a:moveTo>
                  <a:lnTo>
                    <a:pt x="1255033" y="70077"/>
                  </a:lnTo>
                  <a:lnTo>
                    <a:pt x="1261609" y="70304"/>
                  </a:lnTo>
                  <a:lnTo>
                    <a:pt x="1268186" y="70984"/>
                  </a:lnTo>
                  <a:lnTo>
                    <a:pt x="1274536" y="71665"/>
                  </a:lnTo>
                  <a:lnTo>
                    <a:pt x="1281113" y="72346"/>
                  </a:lnTo>
                  <a:lnTo>
                    <a:pt x="1287463" y="73707"/>
                  </a:lnTo>
                  <a:lnTo>
                    <a:pt x="1293813" y="74841"/>
                  </a:lnTo>
                  <a:lnTo>
                    <a:pt x="1299936" y="76429"/>
                  </a:lnTo>
                  <a:lnTo>
                    <a:pt x="1306059" y="78017"/>
                  </a:lnTo>
                  <a:lnTo>
                    <a:pt x="1312409" y="80059"/>
                  </a:lnTo>
                  <a:lnTo>
                    <a:pt x="1318533" y="82101"/>
                  </a:lnTo>
                  <a:lnTo>
                    <a:pt x="1324429" y="84369"/>
                  </a:lnTo>
                  <a:lnTo>
                    <a:pt x="1330325" y="86638"/>
                  </a:lnTo>
                  <a:lnTo>
                    <a:pt x="1335995" y="89134"/>
                  </a:lnTo>
                  <a:lnTo>
                    <a:pt x="1342118" y="91856"/>
                  </a:lnTo>
                  <a:lnTo>
                    <a:pt x="1347788" y="94579"/>
                  </a:lnTo>
                  <a:lnTo>
                    <a:pt x="1353458" y="97982"/>
                  </a:lnTo>
                  <a:lnTo>
                    <a:pt x="1359127" y="100931"/>
                  </a:lnTo>
                  <a:lnTo>
                    <a:pt x="1364570" y="104561"/>
                  </a:lnTo>
                  <a:lnTo>
                    <a:pt x="1370240" y="107964"/>
                  </a:lnTo>
                  <a:lnTo>
                    <a:pt x="1375456" y="111820"/>
                  </a:lnTo>
                  <a:lnTo>
                    <a:pt x="1380672" y="115677"/>
                  </a:lnTo>
                  <a:lnTo>
                    <a:pt x="1386115" y="119534"/>
                  </a:lnTo>
                  <a:lnTo>
                    <a:pt x="1391104" y="123844"/>
                  </a:lnTo>
                  <a:lnTo>
                    <a:pt x="1396093" y="128155"/>
                  </a:lnTo>
                  <a:lnTo>
                    <a:pt x="1400856" y="132465"/>
                  </a:lnTo>
                  <a:lnTo>
                    <a:pt x="1406072" y="137230"/>
                  </a:lnTo>
                  <a:lnTo>
                    <a:pt x="1410834" y="141767"/>
                  </a:lnTo>
                  <a:lnTo>
                    <a:pt x="1415370" y="146985"/>
                  </a:lnTo>
                  <a:lnTo>
                    <a:pt x="1419906" y="151976"/>
                  </a:lnTo>
                  <a:lnTo>
                    <a:pt x="1424442" y="156967"/>
                  </a:lnTo>
                  <a:lnTo>
                    <a:pt x="1428751" y="162185"/>
                  </a:lnTo>
                  <a:lnTo>
                    <a:pt x="1433060" y="167630"/>
                  </a:lnTo>
                  <a:lnTo>
                    <a:pt x="1437369" y="173075"/>
                  </a:lnTo>
                  <a:lnTo>
                    <a:pt x="1441224" y="178973"/>
                  </a:lnTo>
                  <a:lnTo>
                    <a:pt x="1445079" y="184645"/>
                  </a:lnTo>
                  <a:lnTo>
                    <a:pt x="1449161" y="190543"/>
                  </a:lnTo>
                  <a:lnTo>
                    <a:pt x="1452790" y="196669"/>
                  </a:lnTo>
                  <a:lnTo>
                    <a:pt x="1456419" y="202567"/>
                  </a:lnTo>
                  <a:lnTo>
                    <a:pt x="1460047" y="208920"/>
                  </a:lnTo>
                  <a:lnTo>
                    <a:pt x="1463222" y="215272"/>
                  </a:lnTo>
                  <a:lnTo>
                    <a:pt x="1466624" y="221624"/>
                  </a:lnTo>
                  <a:lnTo>
                    <a:pt x="1469572" y="228203"/>
                  </a:lnTo>
                  <a:lnTo>
                    <a:pt x="1472520" y="235010"/>
                  </a:lnTo>
                  <a:lnTo>
                    <a:pt x="1475695" y="241589"/>
                  </a:lnTo>
                  <a:lnTo>
                    <a:pt x="1478417" y="248395"/>
                  </a:lnTo>
                  <a:lnTo>
                    <a:pt x="1480911" y="255428"/>
                  </a:lnTo>
                  <a:lnTo>
                    <a:pt x="1483406" y="262460"/>
                  </a:lnTo>
                  <a:lnTo>
                    <a:pt x="1485674" y="269493"/>
                  </a:lnTo>
                  <a:lnTo>
                    <a:pt x="1487942" y="276753"/>
                  </a:lnTo>
                  <a:lnTo>
                    <a:pt x="1489983" y="284013"/>
                  </a:lnTo>
                  <a:lnTo>
                    <a:pt x="1492024" y="291273"/>
                  </a:lnTo>
                  <a:lnTo>
                    <a:pt x="1493838" y="298986"/>
                  </a:lnTo>
                  <a:lnTo>
                    <a:pt x="1495426" y="306473"/>
                  </a:lnTo>
                  <a:lnTo>
                    <a:pt x="1496786" y="313959"/>
                  </a:lnTo>
                  <a:lnTo>
                    <a:pt x="1498374" y="321673"/>
                  </a:lnTo>
                  <a:lnTo>
                    <a:pt x="1499281" y="329386"/>
                  </a:lnTo>
                  <a:lnTo>
                    <a:pt x="1500415" y="337100"/>
                  </a:lnTo>
                  <a:lnTo>
                    <a:pt x="1500809" y="340447"/>
                  </a:lnTo>
                  <a:lnTo>
                    <a:pt x="1501799" y="339950"/>
                  </a:lnTo>
                  <a:lnTo>
                    <a:pt x="1502922" y="339725"/>
                  </a:lnTo>
                  <a:lnTo>
                    <a:pt x="1504045" y="339725"/>
                  </a:lnTo>
                  <a:lnTo>
                    <a:pt x="1505392" y="339725"/>
                  </a:lnTo>
                  <a:lnTo>
                    <a:pt x="1506291" y="339950"/>
                  </a:lnTo>
                  <a:lnTo>
                    <a:pt x="1508761" y="341076"/>
                  </a:lnTo>
                  <a:lnTo>
                    <a:pt x="1510782" y="342427"/>
                  </a:lnTo>
                  <a:lnTo>
                    <a:pt x="1513028" y="344678"/>
                  </a:lnTo>
                  <a:lnTo>
                    <a:pt x="1515049" y="347380"/>
                  </a:lnTo>
                  <a:lnTo>
                    <a:pt x="1516846" y="350306"/>
                  </a:lnTo>
                  <a:lnTo>
                    <a:pt x="1518642" y="353909"/>
                  </a:lnTo>
                  <a:lnTo>
                    <a:pt x="1520214" y="357736"/>
                  </a:lnTo>
                  <a:lnTo>
                    <a:pt x="1521786" y="362239"/>
                  </a:lnTo>
                  <a:lnTo>
                    <a:pt x="1523134" y="367192"/>
                  </a:lnTo>
                  <a:lnTo>
                    <a:pt x="1524257" y="372145"/>
                  </a:lnTo>
                  <a:lnTo>
                    <a:pt x="1525380" y="377548"/>
                  </a:lnTo>
                  <a:lnTo>
                    <a:pt x="1526053" y="383176"/>
                  </a:lnTo>
                  <a:lnTo>
                    <a:pt x="1526503" y="389030"/>
                  </a:lnTo>
                  <a:lnTo>
                    <a:pt x="1526727" y="395334"/>
                  </a:lnTo>
                  <a:lnTo>
                    <a:pt x="1527176" y="401637"/>
                  </a:lnTo>
                  <a:lnTo>
                    <a:pt x="1526727" y="407941"/>
                  </a:lnTo>
                  <a:lnTo>
                    <a:pt x="1526503" y="414245"/>
                  </a:lnTo>
                  <a:lnTo>
                    <a:pt x="1526053" y="419873"/>
                  </a:lnTo>
                  <a:lnTo>
                    <a:pt x="1525380" y="425727"/>
                  </a:lnTo>
                  <a:lnTo>
                    <a:pt x="1524257" y="430905"/>
                  </a:lnTo>
                  <a:lnTo>
                    <a:pt x="1523134" y="436308"/>
                  </a:lnTo>
                  <a:lnTo>
                    <a:pt x="1521786" y="441036"/>
                  </a:lnTo>
                  <a:lnTo>
                    <a:pt x="1520214" y="445314"/>
                  </a:lnTo>
                  <a:lnTo>
                    <a:pt x="1518642" y="449366"/>
                  </a:lnTo>
                  <a:lnTo>
                    <a:pt x="1516846" y="452743"/>
                  </a:lnTo>
                  <a:lnTo>
                    <a:pt x="1515049" y="456120"/>
                  </a:lnTo>
                  <a:lnTo>
                    <a:pt x="1513028" y="458597"/>
                  </a:lnTo>
                  <a:lnTo>
                    <a:pt x="1510782" y="460623"/>
                  </a:lnTo>
                  <a:lnTo>
                    <a:pt x="1508761" y="462199"/>
                  </a:lnTo>
                  <a:lnTo>
                    <a:pt x="1506291" y="463100"/>
                  </a:lnTo>
                  <a:lnTo>
                    <a:pt x="1505392" y="463325"/>
                  </a:lnTo>
                  <a:lnTo>
                    <a:pt x="1504045" y="463550"/>
                  </a:lnTo>
                  <a:lnTo>
                    <a:pt x="1502922" y="463325"/>
                  </a:lnTo>
                  <a:lnTo>
                    <a:pt x="1501799" y="463100"/>
                  </a:lnTo>
                  <a:lnTo>
                    <a:pt x="1499553" y="462199"/>
                  </a:lnTo>
                  <a:lnTo>
                    <a:pt x="1497308" y="460623"/>
                  </a:lnTo>
                  <a:lnTo>
                    <a:pt x="1496170" y="459597"/>
                  </a:lnTo>
                  <a:lnTo>
                    <a:pt x="1495426" y="463692"/>
                  </a:lnTo>
                  <a:lnTo>
                    <a:pt x="1493838" y="471405"/>
                  </a:lnTo>
                  <a:lnTo>
                    <a:pt x="1492024" y="478892"/>
                  </a:lnTo>
                  <a:lnTo>
                    <a:pt x="1489983" y="486152"/>
                  </a:lnTo>
                  <a:lnTo>
                    <a:pt x="1487942" y="493638"/>
                  </a:lnTo>
                  <a:lnTo>
                    <a:pt x="1485674" y="500671"/>
                  </a:lnTo>
                  <a:lnTo>
                    <a:pt x="1483406" y="507704"/>
                  </a:lnTo>
                  <a:lnTo>
                    <a:pt x="1480911" y="514737"/>
                  </a:lnTo>
                  <a:lnTo>
                    <a:pt x="1478417" y="521770"/>
                  </a:lnTo>
                  <a:lnTo>
                    <a:pt x="1475695" y="528576"/>
                  </a:lnTo>
                  <a:lnTo>
                    <a:pt x="1472520" y="535155"/>
                  </a:lnTo>
                  <a:lnTo>
                    <a:pt x="1469572" y="541961"/>
                  </a:lnTo>
                  <a:lnTo>
                    <a:pt x="1466624" y="548540"/>
                  </a:lnTo>
                  <a:lnTo>
                    <a:pt x="1463222" y="554893"/>
                  </a:lnTo>
                  <a:lnTo>
                    <a:pt x="1460047" y="561245"/>
                  </a:lnTo>
                  <a:lnTo>
                    <a:pt x="1456419" y="567597"/>
                  </a:lnTo>
                  <a:lnTo>
                    <a:pt x="1452790" y="573496"/>
                  </a:lnTo>
                  <a:lnTo>
                    <a:pt x="1449161" y="579621"/>
                  </a:lnTo>
                  <a:lnTo>
                    <a:pt x="1445079" y="585520"/>
                  </a:lnTo>
                  <a:lnTo>
                    <a:pt x="1441224" y="591192"/>
                  </a:lnTo>
                  <a:lnTo>
                    <a:pt x="1437369" y="597090"/>
                  </a:lnTo>
                  <a:lnTo>
                    <a:pt x="1433060" y="602535"/>
                  </a:lnTo>
                  <a:lnTo>
                    <a:pt x="1428751" y="607980"/>
                  </a:lnTo>
                  <a:lnTo>
                    <a:pt x="1424442" y="613198"/>
                  </a:lnTo>
                  <a:lnTo>
                    <a:pt x="1419906" y="618189"/>
                  </a:lnTo>
                  <a:lnTo>
                    <a:pt x="1415370" y="623407"/>
                  </a:lnTo>
                  <a:lnTo>
                    <a:pt x="1410834" y="628171"/>
                  </a:lnTo>
                  <a:lnTo>
                    <a:pt x="1406072" y="632935"/>
                  </a:lnTo>
                  <a:lnTo>
                    <a:pt x="1400856" y="637699"/>
                  </a:lnTo>
                  <a:lnTo>
                    <a:pt x="1396093" y="642010"/>
                  </a:lnTo>
                  <a:lnTo>
                    <a:pt x="1391104" y="646320"/>
                  </a:lnTo>
                  <a:lnTo>
                    <a:pt x="1386115" y="650631"/>
                  </a:lnTo>
                  <a:lnTo>
                    <a:pt x="1380672" y="654714"/>
                  </a:lnTo>
                  <a:lnTo>
                    <a:pt x="1375456" y="658344"/>
                  </a:lnTo>
                  <a:lnTo>
                    <a:pt x="1370240" y="662201"/>
                  </a:lnTo>
                  <a:lnTo>
                    <a:pt x="1364570" y="665831"/>
                  </a:lnTo>
                  <a:lnTo>
                    <a:pt x="1359127" y="669007"/>
                  </a:lnTo>
                  <a:lnTo>
                    <a:pt x="1353458" y="672410"/>
                  </a:lnTo>
                  <a:lnTo>
                    <a:pt x="1347788" y="675359"/>
                  </a:lnTo>
                  <a:lnTo>
                    <a:pt x="1342118" y="678309"/>
                  </a:lnTo>
                  <a:lnTo>
                    <a:pt x="1335995" y="681031"/>
                  </a:lnTo>
                  <a:lnTo>
                    <a:pt x="1330325" y="683753"/>
                  </a:lnTo>
                  <a:lnTo>
                    <a:pt x="1324429" y="686022"/>
                  </a:lnTo>
                  <a:lnTo>
                    <a:pt x="1318533" y="688291"/>
                  </a:lnTo>
                  <a:lnTo>
                    <a:pt x="1312409" y="690333"/>
                  </a:lnTo>
                  <a:lnTo>
                    <a:pt x="1306059" y="692148"/>
                  </a:lnTo>
                  <a:lnTo>
                    <a:pt x="1299936" y="693736"/>
                  </a:lnTo>
                  <a:lnTo>
                    <a:pt x="1293813" y="695324"/>
                  </a:lnTo>
                  <a:lnTo>
                    <a:pt x="1287463" y="696458"/>
                  </a:lnTo>
                  <a:lnTo>
                    <a:pt x="1281113" y="697592"/>
                  </a:lnTo>
                  <a:lnTo>
                    <a:pt x="1274536" y="698500"/>
                  </a:lnTo>
                  <a:lnTo>
                    <a:pt x="1268186" y="699407"/>
                  </a:lnTo>
                  <a:lnTo>
                    <a:pt x="1261609" y="699861"/>
                  </a:lnTo>
                  <a:lnTo>
                    <a:pt x="1255033" y="700088"/>
                  </a:lnTo>
                  <a:lnTo>
                    <a:pt x="1248456" y="700088"/>
                  </a:lnTo>
                  <a:lnTo>
                    <a:pt x="1241879" y="700088"/>
                  </a:lnTo>
                  <a:lnTo>
                    <a:pt x="1235529" y="699861"/>
                  </a:lnTo>
                  <a:lnTo>
                    <a:pt x="1228952" y="699407"/>
                  </a:lnTo>
                  <a:lnTo>
                    <a:pt x="1222602" y="698500"/>
                  </a:lnTo>
                  <a:lnTo>
                    <a:pt x="1216252" y="697592"/>
                  </a:lnTo>
                  <a:lnTo>
                    <a:pt x="1209675" y="696458"/>
                  </a:lnTo>
                  <a:lnTo>
                    <a:pt x="1203325" y="695324"/>
                  </a:lnTo>
                  <a:lnTo>
                    <a:pt x="1197429" y="693736"/>
                  </a:lnTo>
                  <a:lnTo>
                    <a:pt x="1191079" y="692148"/>
                  </a:lnTo>
                  <a:lnTo>
                    <a:pt x="1184956" y="690333"/>
                  </a:lnTo>
                  <a:lnTo>
                    <a:pt x="1178832" y="688291"/>
                  </a:lnTo>
                  <a:lnTo>
                    <a:pt x="1172936" y="686022"/>
                  </a:lnTo>
                  <a:lnTo>
                    <a:pt x="1166813" y="683753"/>
                  </a:lnTo>
                  <a:lnTo>
                    <a:pt x="1160916" y="681031"/>
                  </a:lnTo>
                  <a:lnTo>
                    <a:pt x="1155247" y="678309"/>
                  </a:lnTo>
                  <a:lnTo>
                    <a:pt x="1149350" y="675359"/>
                  </a:lnTo>
                  <a:lnTo>
                    <a:pt x="1143907" y="672410"/>
                  </a:lnTo>
                  <a:lnTo>
                    <a:pt x="1138011" y="669007"/>
                  </a:lnTo>
                  <a:lnTo>
                    <a:pt x="1132568" y="665831"/>
                  </a:lnTo>
                  <a:lnTo>
                    <a:pt x="1127125" y="662201"/>
                  </a:lnTo>
                  <a:lnTo>
                    <a:pt x="1121682" y="658344"/>
                  </a:lnTo>
                  <a:lnTo>
                    <a:pt x="1116240" y="654714"/>
                  </a:lnTo>
                  <a:lnTo>
                    <a:pt x="1111250" y="650631"/>
                  </a:lnTo>
                  <a:lnTo>
                    <a:pt x="1106034" y="646320"/>
                  </a:lnTo>
                  <a:lnTo>
                    <a:pt x="1101272" y="642010"/>
                  </a:lnTo>
                  <a:lnTo>
                    <a:pt x="1096056" y="637699"/>
                  </a:lnTo>
                  <a:lnTo>
                    <a:pt x="1091293" y="632935"/>
                  </a:lnTo>
                  <a:lnTo>
                    <a:pt x="1086531" y="628171"/>
                  </a:lnTo>
                  <a:lnTo>
                    <a:pt x="1081768" y="623407"/>
                  </a:lnTo>
                  <a:lnTo>
                    <a:pt x="1077232" y="618189"/>
                  </a:lnTo>
                  <a:lnTo>
                    <a:pt x="1072697" y="613198"/>
                  </a:lnTo>
                  <a:lnTo>
                    <a:pt x="1068388" y="607980"/>
                  </a:lnTo>
                  <a:lnTo>
                    <a:pt x="1064079" y="602535"/>
                  </a:lnTo>
                  <a:lnTo>
                    <a:pt x="1059997" y="597090"/>
                  </a:lnTo>
                  <a:lnTo>
                    <a:pt x="1055688" y="591192"/>
                  </a:lnTo>
                  <a:lnTo>
                    <a:pt x="1052059" y="585520"/>
                  </a:lnTo>
                  <a:lnTo>
                    <a:pt x="1048204" y="579621"/>
                  </a:lnTo>
                  <a:lnTo>
                    <a:pt x="1044348" y="573496"/>
                  </a:lnTo>
                  <a:lnTo>
                    <a:pt x="1040947" y="567597"/>
                  </a:lnTo>
                  <a:lnTo>
                    <a:pt x="1037318" y="561245"/>
                  </a:lnTo>
                  <a:lnTo>
                    <a:pt x="1033916" y="554893"/>
                  </a:lnTo>
                  <a:lnTo>
                    <a:pt x="1030514" y="548540"/>
                  </a:lnTo>
                  <a:lnTo>
                    <a:pt x="1027566" y="541961"/>
                  </a:lnTo>
                  <a:lnTo>
                    <a:pt x="1024391" y="535155"/>
                  </a:lnTo>
                  <a:lnTo>
                    <a:pt x="1021670" y="528576"/>
                  </a:lnTo>
                  <a:lnTo>
                    <a:pt x="1018948" y="521770"/>
                  </a:lnTo>
                  <a:lnTo>
                    <a:pt x="1016227" y="514737"/>
                  </a:lnTo>
                  <a:lnTo>
                    <a:pt x="1013959" y="507704"/>
                  </a:lnTo>
                  <a:lnTo>
                    <a:pt x="1011238" y="500671"/>
                  </a:lnTo>
                  <a:lnTo>
                    <a:pt x="1008970" y="493638"/>
                  </a:lnTo>
                  <a:lnTo>
                    <a:pt x="1007155" y="486152"/>
                  </a:lnTo>
                  <a:lnTo>
                    <a:pt x="1005341" y="478892"/>
                  </a:lnTo>
                  <a:lnTo>
                    <a:pt x="1003527" y="471405"/>
                  </a:lnTo>
                  <a:lnTo>
                    <a:pt x="1001713" y="463692"/>
                  </a:lnTo>
                  <a:lnTo>
                    <a:pt x="1001178" y="460749"/>
                  </a:lnTo>
                  <a:lnTo>
                    <a:pt x="999308" y="462199"/>
                  </a:lnTo>
                  <a:lnTo>
                    <a:pt x="997052" y="463100"/>
                  </a:lnTo>
                  <a:lnTo>
                    <a:pt x="995698" y="463325"/>
                  </a:lnTo>
                  <a:lnTo>
                    <a:pt x="994569" y="463550"/>
                  </a:lnTo>
                  <a:lnTo>
                    <a:pt x="993215" y="463325"/>
                  </a:lnTo>
                  <a:lnTo>
                    <a:pt x="992312" y="463100"/>
                  </a:lnTo>
                  <a:lnTo>
                    <a:pt x="990056" y="462199"/>
                  </a:lnTo>
                  <a:lnTo>
                    <a:pt x="987799" y="460623"/>
                  </a:lnTo>
                  <a:lnTo>
                    <a:pt x="985768" y="458597"/>
                  </a:lnTo>
                  <a:lnTo>
                    <a:pt x="983737" y="456120"/>
                  </a:lnTo>
                  <a:lnTo>
                    <a:pt x="981706" y="452743"/>
                  </a:lnTo>
                  <a:lnTo>
                    <a:pt x="979900" y="449366"/>
                  </a:lnTo>
                  <a:lnTo>
                    <a:pt x="978095" y="445314"/>
                  </a:lnTo>
                  <a:lnTo>
                    <a:pt x="976741" y="441036"/>
                  </a:lnTo>
                  <a:lnTo>
                    <a:pt x="975387" y="436308"/>
                  </a:lnTo>
                  <a:lnTo>
                    <a:pt x="974484" y="430905"/>
                  </a:lnTo>
                  <a:lnTo>
                    <a:pt x="973356" y="425727"/>
                  </a:lnTo>
                  <a:lnTo>
                    <a:pt x="972679" y="419873"/>
                  </a:lnTo>
                  <a:lnTo>
                    <a:pt x="971776" y="414245"/>
                  </a:lnTo>
                  <a:lnTo>
                    <a:pt x="971550" y="407941"/>
                  </a:lnTo>
                  <a:lnTo>
                    <a:pt x="971550" y="401637"/>
                  </a:lnTo>
                  <a:lnTo>
                    <a:pt x="971550" y="395334"/>
                  </a:lnTo>
                  <a:lnTo>
                    <a:pt x="971776" y="389030"/>
                  </a:lnTo>
                  <a:lnTo>
                    <a:pt x="972679" y="383176"/>
                  </a:lnTo>
                  <a:lnTo>
                    <a:pt x="973356" y="377548"/>
                  </a:lnTo>
                  <a:lnTo>
                    <a:pt x="974484" y="372145"/>
                  </a:lnTo>
                  <a:lnTo>
                    <a:pt x="975387" y="367192"/>
                  </a:lnTo>
                  <a:lnTo>
                    <a:pt x="976741" y="362239"/>
                  </a:lnTo>
                  <a:lnTo>
                    <a:pt x="978095" y="357736"/>
                  </a:lnTo>
                  <a:lnTo>
                    <a:pt x="979900" y="353909"/>
                  </a:lnTo>
                  <a:lnTo>
                    <a:pt x="981706" y="350306"/>
                  </a:lnTo>
                  <a:lnTo>
                    <a:pt x="983737" y="347380"/>
                  </a:lnTo>
                  <a:lnTo>
                    <a:pt x="985768" y="344678"/>
                  </a:lnTo>
                  <a:lnTo>
                    <a:pt x="987799" y="342427"/>
                  </a:lnTo>
                  <a:lnTo>
                    <a:pt x="990056" y="341076"/>
                  </a:lnTo>
                  <a:lnTo>
                    <a:pt x="992312" y="339950"/>
                  </a:lnTo>
                  <a:lnTo>
                    <a:pt x="993215" y="339725"/>
                  </a:lnTo>
                  <a:lnTo>
                    <a:pt x="994569" y="339725"/>
                  </a:lnTo>
                  <a:lnTo>
                    <a:pt x="995698" y="339725"/>
                  </a:lnTo>
                  <a:lnTo>
                    <a:pt x="996322" y="339829"/>
                  </a:lnTo>
                  <a:lnTo>
                    <a:pt x="996723" y="337100"/>
                  </a:lnTo>
                  <a:lnTo>
                    <a:pt x="997630" y="329386"/>
                  </a:lnTo>
                  <a:lnTo>
                    <a:pt x="998991" y="321673"/>
                  </a:lnTo>
                  <a:lnTo>
                    <a:pt x="1000352" y="313959"/>
                  </a:lnTo>
                  <a:lnTo>
                    <a:pt x="1001713" y="306473"/>
                  </a:lnTo>
                  <a:lnTo>
                    <a:pt x="1003527" y="298986"/>
                  </a:lnTo>
                  <a:lnTo>
                    <a:pt x="1005341" y="291273"/>
                  </a:lnTo>
                  <a:lnTo>
                    <a:pt x="1007155" y="284013"/>
                  </a:lnTo>
                  <a:lnTo>
                    <a:pt x="1008970" y="276753"/>
                  </a:lnTo>
                  <a:lnTo>
                    <a:pt x="1011238" y="269493"/>
                  </a:lnTo>
                  <a:lnTo>
                    <a:pt x="1013959" y="262460"/>
                  </a:lnTo>
                  <a:lnTo>
                    <a:pt x="1016227" y="255428"/>
                  </a:lnTo>
                  <a:lnTo>
                    <a:pt x="1018948" y="248395"/>
                  </a:lnTo>
                  <a:lnTo>
                    <a:pt x="1021670" y="241589"/>
                  </a:lnTo>
                  <a:lnTo>
                    <a:pt x="1024391" y="235010"/>
                  </a:lnTo>
                  <a:lnTo>
                    <a:pt x="1027566" y="228203"/>
                  </a:lnTo>
                  <a:lnTo>
                    <a:pt x="1030514" y="221624"/>
                  </a:lnTo>
                  <a:lnTo>
                    <a:pt x="1033916" y="215272"/>
                  </a:lnTo>
                  <a:lnTo>
                    <a:pt x="1037318" y="208920"/>
                  </a:lnTo>
                  <a:lnTo>
                    <a:pt x="1040947" y="202567"/>
                  </a:lnTo>
                  <a:lnTo>
                    <a:pt x="1044348" y="196669"/>
                  </a:lnTo>
                  <a:lnTo>
                    <a:pt x="1048204" y="190543"/>
                  </a:lnTo>
                  <a:lnTo>
                    <a:pt x="1052059" y="184645"/>
                  </a:lnTo>
                  <a:lnTo>
                    <a:pt x="1055688" y="178973"/>
                  </a:lnTo>
                  <a:lnTo>
                    <a:pt x="1059997" y="173075"/>
                  </a:lnTo>
                  <a:lnTo>
                    <a:pt x="1064079" y="167630"/>
                  </a:lnTo>
                  <a:lnTo>
                    <a:pt x="1068388" y="162185"/>
                  </a:lnTo>
                  <a:lnTo>
                    <a:pt x="1072697" y="156967"/>
                  </a:lnTo>
                  <a:lnTo>
                    <a:pt x="1077232" y="151976"/>
                  </a:lnTo>
                  <a:lnTo>
                    <a:pt x="1081768" y="146985"/>
                  </a:lnTo>
                  <a:lnTo>
                    <a:pt x="1086531" y="141767"/>
                  </a:lnTo>
                  <a:lnTo>
                    <a:pt x="1091293" y="137230"/>
                  </a:lnTo>
                  <a:lnTo>
                    <a:pt x="1096056" y="132465"/>
                  </a:lnTo>
                  <a:lnTo>
                    <a:pt x="1101272" y="128155"/>
                  </a:lnTo>
                  <a:lnTo>
                    <a:pt x="1106034" y="123844"/>
                  </a:lnTo>
                  <a:lnTo>
                    <a:pt x="1111250" y="119534"/>
                  </a:lnTo>
                  <a:lnTo>
                    <a:pt x="1116240" y="115677"/>
                  </a:lnTo>
                  <a:lnTo>
                    <a:pt x="1121682" y="111820"/>
                  </a:lnTo>
                  <a:lnTo>
                    <a:pt x="1127125" y="107964"/>
                  </a:lnTo>
                  <a:lnTo>
                    <a:pt x="1132568" y="104561"/>
                  </a:lnTo>
                  <a:lnTo>
                    <a:pt x="1138011" y="100931"/>
                  </a:lnTo>
                  <a:lnTo>
                    <a:pt x="1143907" y="97982"/>
                  </a:lnTo>
                  <a:lnTo>
                    <a:pt x="1149350" y="94579"/>
                  </a:lnTo>
                  <a:lnTo>
                    <a:pt x="1155247" y="91856"/>
                  </a:lnTo>
                  <a:lnTo>
                    <a:pt x="1160916" y="89134"/>
                  </a:lnTo>
                  <a:lnTo>
                    <a:pt x="1166813" y="86638"/>
                  </a:lnTo>
                  <a:lnTo>
                    <a:pt x="1172936" y="84369"/>
                  </a:lnTo>
                  <a:lnTo>
                    <a:pt x="1178832" y="82101"/>
                  </a:lnTo>
                  <a:lnTo>
                    <a:pt x="1184956" y="80059"/>
                  </a:lnTo>
                  <a:lnTo>
                    <a:pt x="1191079" y="78017"/>
                  </a:lnTo>
                  <a:lnTo>
                    <a:pt x="1197429" y="76429"/>
                  </a:lnTo>
                  <a:lnTo>
                    <a:pt x="1203325" y="74841"/>
                  </a:lnTo>
                  <a:lnTo>
                    <a:pt x="1209675" y="73707"/>
                  </a:lnTo>
                  <a:lnTo>
                    <a:pt x="1216252" y="72346"/>
                  </a:lnTo>
                  <a:lnTo>
                    <a:pt x="1222602" y="71665"/>
                  </a:lnTo>
                  <a:lnTo>
                    <a:pt x="1228952" y="70984"/>
                  </a:lnTo>
                  <a:lnTo>
                    <a:pt x="1235529" y="70304"/>
                  </a:lnTo>
                  <a:lnTo>
                    <a:pt x="1241879" y="70077"/>
                  </a:lnTo>
                  <a:lnTo>
                    <a:pt x="1248456" y="69850"/>
                  </a:lnTo>
                  <a:close/>
                  <a:moveTo>
                    <a:pt x="513333" y="14287"/>
                  </a:moveTo>
                  <a:lnTo>
                    <a:pt x="519907" y="14287"/>
                  </a:lnTo>
                  <a:lnTo>
                    <a:pt x="526481" y="14287"/>
                  </a:lnTo>
                  <a:lnTo>
                    <a:pt x="533055" y="14514"/>
                  </a:lnTo>
                  <a:lnTo>
                    <a:pt x="539629" y="14968"/>
                  </a:lnTo>
                  <a:lnTo>
                    <a:pt x="545976" y="15875"/>
                  </a:lnTo>
                  <a:lnTo>
                    <a:pt x="552550" y="16783"/>
                  </a:lnTo>
                  <a:lnTo>
                    <a:pt x="558670" y="17917"/>
                  </a:lnTo>
                  <a:lnTo>
                    <a:pt x="565017" y="19051"/>
                  </a:lnTo>
                  <a:lnTo>
                    <a:pt x="571365" y="20639"/>
                  </a:lnTo>
                  <a:lnTo>
                    <a:pt x="577485" y="22454"/>
                  </a:lnTo>
                  <a:lnTo>
                    <a:pt x="583379" y="24042"/>
                  </a:lnTo>
                  <a:lnTo>
                    <a:pt x="589499" y="26084"/>
                  </a:lnTo>
                  <a:lnTo>
                    <a:pt x="595620" y="28353"/>
                  </a:lnTo>
                  <a:lnTo>
                    <a:pt x="601740" y="30621"/>
                  </a:lnTo>
                  <a:lnTo>
                    <a:pt x="607408" y="33571"/>
                  </a:lnTo>
                  <a:lnTo>
                    <a:pt x="613301" y="36066"/>
                  </a:lnTo>
                  <a:lnTo>
                    <a:pt x="618969" y="39016"/>
                  </a:lnTo>
                  <a:lnTo>
                    <a:pt x="624862" y="41965"/>
                  </a:lnTo>
                  <a:lnTo>
                    <a:pt x="630303" y="45368"/>
                  </a:lnTo>
                  <a:lnTo>
                    <a:pt x="635970" y="48544"/>
                  </a:lnTo>
                  <a:lnTo>
                    <a:pt x="641184" y="52174"/>
                  </a:lnTo>
                  <a:lnTo>
                    <a:pt x="646851" y="56031"/>
                  </a:lnTo>
                  <a:lnTo>
                    <a:pt x="652065" y="59887"/>
                  </a:lnTo>
                  <a:lnTo>
                    <a:pt x="657052" y="63744"/>
                  </a:lnTo>
                  <a:lnTo>
                    <a:pt x="662492" y="68055"/>
                  </a:lnTo>
                  <a:lnTo>
                    <a:pt x="667479" y="72365"/>
                  </a:lnTo>
                  <a:lnTo>
                    <a:pt x="672239" y="76902"/>
                  </a:lnTo>
                  <a:lnTo>
                    <a:pt x="677227" y="81440"/>
                  </a:lnTo>
                  <a:lnTo>
                    <a:pt x="681760" y="86204"/>
                  </a:lnTo>
                  <a:lnTo>
                    <a:pt x="686521" y="90968"/>
                  </a:lnTo>
                  <a:lnTo>
                    <a:pt x="691281" y="96186"/>
                  </a:lnTo>
                  <a:lnTo>
                    <a:pt x="695815" y="101177"/>
                  </a:lnTo>
                  <a:lnTo>
                    <a:pt x="699895" y="106395"/>
                  </a:lnTo>
                  <a:lnTo>
                    <a:pt x="704202" y="112067"/>
                  </a:lnTo>
                  <a:lnTo>
                    <a:pt x="708509" y="117512"/>
                  </a:lnTo>
                  <a:lnTo>
                    <a:pt x="712589" y="123183"/>
                  </a:lnTo>
                  <a:lnTo>
                    <a:pt x="716443" y="128855"/>
                  </a:lnTo>
                  <a:lnTo>
                    <a:pt x="720523" y="134754"/>
                  </a:lnTo>
                  <a:lnTo>
                    <a:pt x="723924" y="140652"/>
                  </a:lnTo>
                  <a:lnTo>
                    <a:pt x="727777" y="146778"/>
                  </a:lnTo>
                  <a:lnTo>
                    <a:pt x="730951" y="153130"/>
                  </a:lnTo>
                  <a:lnTo>
                    <a:pt x="734578" y="159482"/>
                  </a:lnTo>
                  <a:lnTo>
                    <a:pt x="737751" y="166061"/>
                  </a:lnTo>
                  <a:lnTo>
                    <a:pt x="740925" y="172640"/>
                  </a:lnTo>
                  <a:lnTo>
                    <a:pt x="743872" y="179220"/>
                  </a:lnTo>
                  <a:lnTo>
                    <a:pt x="746592" y="186026"/>
                  </a:lnTo>
                  <a:lnTo>
                    <a:pt x="749539" y="192832"/>
                  </a:lnTo>
                  <a:lnTo>
                    <a:pt x="752259" y="199638"/>
                  </a:lnTo>
                  <a:lnTo>
                    <a:pt x="754753" y="206671"/>
                  </a:lnTo>
                  <a:lnTo>
                    <a:pt x="757020" y="213704"/>
                  </a:lnTo>
                  <a:lnTo>
                    <a:pt x="759287" y="220963"/>
                  </a:lnTo>
                  <a:lnTo>
                    <a:pt x="761327" y="228450"/>
                  </a:lnTo>
                  <a:lnTo>
                    <a:pt x="763367" y="235710"/>
                  </a:lnTo>
                  <a:lnTo>
                    <a:pt x="765180" y="242969"/>
                  </a:lnTo>
                  <a:lnTo>
                    <a:pt x="766540" y="250683"/>
                  </a:lnTo>
                  <a:lnTo>
                    <a:pt x="768127" y="258170"/>
                  </a:lnTo>
                  <a:lnTo>
                    <a:pt x="769261" y="265656"/>
                  </a:lnTo>
                  <a:lnTo>
                    <a:pt x="770621" y="273597"/>
                  </a:lnTo>
                  <a:lnTo>
                    <a:pt x="771528" y="281310"/>
                  </a:lnTo>
                  <a:lnTo>
                    <a:pt x="771841" y="283505"/>
                  </a:lnTo>
                  <a:lnTo>
                    <a:pt x="773361" y="282802"/>
                  </a:lnTo>
                  <a:lnTo>
                    <a:pt x="774259" y="282574"/>
                  </a:lnTo>
                  <a:lnTo>
                    <a:pt x="775606" y="282574"/>
                  </a:lnTo>
                  <a:lnTo>
                    <a:pt x="776729" y="282574"/>
                  </a:lnTo>
                  <a:lnTo>
                    <a:pt x="777852" y="282802"/>
                  </a:lnTo>
                  <a:lnTo>
                    <a:pt x="780098" y="283945"/>
                  </a:lnTo>
                  <a:lnTo>
                    <a:pt x="782344" y="285315"/>
                  </a:lnTo>
                  <a:lnTo>
                    <a:pt x="784589" y="287371"/>
                  </a:lnTo>
                  <a:lnTo>
                    <a:pt x="786611" y="289884"/>
                  </a:lnTo>
                  <a:lnTo>
                    <a:pt x="788407" y="293311"/>
                  </a:lnTo>
                  <a:lnTo>
                    <a:pt x="789979" y="296737"/>
                  </a:lnTo>
                  <a:lnTo>
                    <a:pt x="791776" y="300849"/>
                  </a:lnTo>
                  <a:lnTo>
                    <a:pt x="793348" y="305189"/>
                  </a:lnTo>
                  <a:lnTo>
                    <a:pt x="794471" y="309987"/>
                  </a:lnTo>
                  <a:lnTo>
                    <a:pt x="795818" y="315469"/>
                  </a:lnTo>
                  <a:lnTo>
                    <a:pt x="796492" y="320723"/>
                  </a:lnTo>
                  <a:lnTo>
                    <a:pt x="797390" y="326663"/>
                  </a:lnTo>
                  <a:lnTo>
                    <a:pt x="798064" y="332602"/>
                  </a:lnTo>
                  <a:lnTo>
                    <a:pt x="798289" y="338770"/>
                  </a:lnTo>
                  <a:lnTo>
                    <a:pt x="798513" y="345166"/>
                  </a:lnTo>
                  <a:lnTo>
                    <a:pt x="798289" y="351563"/>
                  </a:lnTo>
                  <a:lnTo>
                    <a:pt x="798064" y="357730"/>
                  </a:lnTo>
                  <a:lnTo>
                    <a:pt x="797390" y="363898"/>
                  </a:lnTo>
                  <a:lnTo>
                    <a:pt x="796492" y="369609"/>
                  </a:lnTo>
                  <a:lnTo>
                    <a:pt x="795818" y="375092"/>
                  </a:lnTo>
                  <a:lnTo>
                    <a:pt x="794471" y="380117"/>
                  </a:lnTo>
                  <a:lnTo>
                    <a:pt x="793348" y="385143"/>
                  </a:lnTo>
                  <a:lnTo>
                    <a:pt x="791776" y="389712"/>
                  </a:lnTo>
                  <a:lnTo>
                    <a:pt x="789979" y="393595"/>
                  </a:lnTo>
                  <a:lnTo>
                    <a:pt x="788407" y="397250"/>
                  </a:lnTo>
                  <a:lnTo>
                    <a:pt x="786611" y="400220"/>
                  </a:lnTo>
                  <a:lnTo>
                    <a:pt x="784589" y="403190"/>
                  </a:lnTo>
                  <a:lnTo>
                    <a:pt x="782344" y="405017"/>
                  </a:lnTo>
                  <a:lnTo>
                    <a:pt x="780098" y="406616"/>
                  </a:lnTo>
                  <a:lnTo>
                    <a:pt x="777852" y="407758"/>
                  </a:lnTo>
                  <a:lnTo>
                    <a:pt x="776729" y="407987"/>
                  </a:lnTo>
                  <a:lnTo>
                    <a:pt x="775606" y="407987"/>
                  </a:lnTo>
                  <a:lnTo>
                    <a:pt x="774259" y="407987"/>
                  </a:lnTo>
                  <a:lnTo>
                    <a:pt x="773361" y="407758"/>
                  </a:lnTo>
                  <a:lnTo>
                    <a:pt x="770890" y="406616"/>
                  </a:lnTo>
                  <a:lnTo>
                    <a:pt x="768869" y="405017"/>
                  </a:lnTo>
                  <a:lnTo>
                    <a:pt x="767445" y="403859"/>
                  </a:lnTo>
                  <a:lnTo>
                    <a:pt x="766540" y="408129"/>
                  </a:lnTo>
                  <a:lnTo>
                    <a:pt x="765180" y="415616"/>
                  </a:lnTo>
                  <a:lnTo>
                    <a:pt x="763367" y="423102"/>
                  </a:lnTo>
                  <a:lnTo>
                    <a:pt x="761327" y="430362"/>
                  </a:lnTo>
                  <a:lnTo>
                    <a:pt x="759287" y="437622"/>
                  </a:lnTo>
                  <a:lnTo>
                    <a:pt x="757020" y="444655"/>
                  </a:lnTo>
                  <a:lnTo>
                    <a:pt x="754753" y="452141"/>
                  </a:lnTo>
                  <a:lnTo>
                    <a:pt x="752259" y="458947"/>
                  </a:lnTo>
                  <a:lnTo>
                    <a:pt x="749539" y="465980"/>
                  </a:lnTo>
                  <a:lnTo>
                    <a:pt x="746592" y="472786"/>
                  </a:lnTo>
                  <a:lnTo>
                    <a:pt x="743872" y="479592"/>
                  </a:lnTo>
                  <a:lnTo>
                    <a:pt x="740925" y="486171"/>
                  </a:lnTo>
                  <a:lnTo>
                    <a:pt x="737751" y="492751"/>
                  </a:lnTo>
                  <a:lnTo>
                    <a:pt x="734578" y="499330"/>
                  </a:lnTo>
                  <a:lnTo>
                    <a:pt x="730951" y="505682"/>
                  </a:lnTo>
                  <a:lnTo>
                    <a:pt x="727777" y="511581"/>
                  </a:lnTo>
                  <a:lnTo>
                    <a:pt x="723924" y="517933"/>
                  </a:lnTo>
                  <a:lnTo>
                    <a:pt x="720523" y="523831"/>
                  </a:lnTo>
                  <a:lnTo>
                    <a:pt x="716443" y="529730"/>
                  </a:lnTo>
                  <a:lnTo>
                    <a:pt x="712589" y="535629"/>
                  </a:lnTo>
                  <a:lnTo>
                    <a:pt x="708509" y="541300"/>
                  </a:lnTo>
                  <a:lnTo>
                    <a:pt x="704202" y="546745"/>
                  </a:lnTo>
                  <a:lnTo>
                    <a:pt x="699895" y="551963"/>
                  </a:lnTo>
                  <a:lnTo>
                    <a:pt x="695815" y="557408"/>
                  </a:lnTo>
                  <a:lnTo>
                    <a:pt x="691281" y="562626"/>
                  </a:lnTo>
                  <a:lnTo>
                    <a:pt x="686521" y="567617"/>
                  </a:lnTo>
                  <a:lnTo>
                    <a:pt x="681760" y="572608"/>
                  </a:lnTo>
                  <a:lnTo>
                    <a:pt x="677227" y="577372"/>
                  </a:lnTo>
                  <a:lnTo>
                    <a:pt x="672239" y="581909"/>
                  </a:lnTo>
                  <a:lnTo>
                    <a:pt x="667479" y="586447"/>
                  </a:lnTo>
                  <a:lnTo>
                    <a:pt x="662492" y="590757"/>
                  </a:lnTo>
                  <a:lnTo>
                    <a:pt x="657052" y="594841"/>
                  </a:lnTo>
                  <a:lnTo>
                    <a:pt x="652065" y="598698"/>
                  </a:lnTo>
                  <a:lnTo>
                    <a:pt x="646851" y="602781"/>
                  </a:lnTo>
                  <a:lnTo>
                    <a:pt x="641184" y="606411"/>
                  </a:lnTo>
                  <a:lnTo>
                    <a:pt x="635970" y="609814"/>
                  </a:lnTo>
                  <a:lnTo>
                    <a:pt x="630303" y="613444"/>
                  </a:lnTo>
                  <a:lnTo>
                    <a:pt x="624862" y="616620"/>
                  </a:lnTo>
                  <a:lnTo>
                    <a:pt x="618969" y="619796"/>
                  </a:lnTo>
                  <a:lnTo>
                    <a:pt x="613301" y="622519"/>
                  </a:lnTo>
                  <a:lnTo>
                    <a:pt x="607408" y="625241"/>
                  </a:lnTo>
                  <a:lnTo>
                    <a:pt x="601740" y="627737"/>
                  </a:lnTo>
                  <a:lnTo>
                    <a:pt x="595620" y="630232"/>
                  </a:lnTo>
                  <a:lnTo>
                    <a:pt x="589499" y="632501"/>
                  </a:lnTo>
                  <a:lnTo>
                    <a:pt x="583379" y="634543"/>
                  </a:lnTo>
                  <a:lnTo>
                    <a:pt x="577485" y="636358"/>
                  </a:lnTo>
                  <a:lnTo>
                    <a:pt x="571365" y="638173"/>
                  </a:lnTo>
                  <a:lnTo>
                    <a:pt x="565017" y="639307"/>
                  </a:lnTo>
                  <a:lnTo>
                    <a:pt x="558670" y="640895"/>
                  </a:lnTo>
                  <a:lnTo>
                    <a:pt x="552550" y="642029"/>
                  </a:lnTo>
                  <a:lnTo>
                    <a:pt x="545976" y="642710"/>
                  </a:lnTo>
                  <a:lnTo>
                    <a:pt x="539629" y="643391"/>
                  </a:lnTo>
                  <a:lnTo>
                    <a:pt x="533055" y="644071"/>
                  </a:lnTo>
                  <a:lnTo>
                    <a:pt x="526481" y="644525"/>
                  </a:lnTo>
                  <a:lnTo>
                    <a:pt x="519907" y="644525"/>
                  </a:lnTo>
                  <a:lnTo>
                    <a:pt x="513333" y="644525"/>
                  </a:lnTo>
                  <a:lnTo>
                    <a:pt x="506759" y="644071"/>
                  </a:lnTo>
                  <a:lnTo>
                    <a:pt x="500186" y="643391"/>
                  </a:lnTo>
                  <a:lnTo>
                    <a:pt x="493838" y="642710"/>
                  </a:lnTo>
                  <a:lnTo>
                    <a:pt x="487264" y="642029"/>
                  </a:lnTo>
                  <a:lnTo>
                    <a:pt x="481144" y="640895"/>
                  </a:lnTo>
                  <a:lnTo>
                    <a:pt x="474797" y="639307"/>
                  </a:lnTo>
                  <a:lnTo>
                    <a:pt x="468450" y="638173"/>
                  </a:lnTo>
                  <a:lnTo>
                    <a:pt x="462329" y="636358"/>
                  </a:lnTo>
                  <a:lnTo>
                    <a:pt x="456435" y="634543"/>
                  </a:lnTo>
                  <a:lnTo>
                    <a:pt x="450315" y="632501"/>
                  </a:lnTo>
                  <a:lnTo>
                    <a:pt x="444194" y="630232"/>
                  </a:lnTo>
                  <a:lnTo>
                    <a:pt x="438301" y="627737"/>
                  </a:lnTo>
                  <a:lnTo>
                    <a:pt x="432407" y="625241"/>
                  </a:lnTo>
                  <a:lnTo>
                    <a:pt x="426513" y="622519"/>
                  </a:lnTo>
                  <a:lnTo>
                    <a:pt x="420846" y="619796"/>
                  </a:lnTo>
                  <a:lnTo>
                    <a:pt x="414952" y="616620"/>
                  </a:lnTo>
                  <a:lnTo>
                    <a:pt x="409512" y="613444"/>
                  </a:lnTo>
                  <a:lnTo>
                    <a:pt x="403844" y="609814"/>
                  </a:lnTo>
                  <a:lnTo>
                    <a:pt x="398631" y="606411"/>
                  </a:lnTo>
                  <a:lnTo>
                    <a:pt x="392963" y="602781"/>
                  </a:lnTo>
                  <a:lnTo>
                    <a:pt x="387750" y="598698"/>
                  </a:lnTo>
                  <a:lnTo>
                    <a:pt x="382763" y="594841"/>
                  </a:lnTo>
                  <a:lnTo>
                    <a:pt x="377322" y="590757"/>
                  </a:lnTo>
                  <a:lnTo>
                    <a:pt x="372335" y="586447"/>
                  </a:lnTo>
                  <a:lnTo>
                    <a:pt x="367575" y="581909"/>
                  </a:lnTo>
                  <a:lnTo>
                    <a:pt x="362588" y="577372"/>
                  </a:lnTo>
                  <a:lnTo>
                    <a:pt x="358054" y="572608"/>
                  </a:lnTo>
                  <a:lnTo>
                    <a:pt x="353294" y="567617"/>
                  </a:lnTo>
                  <a:lnTo>
                    <a:pt x="348760" y="562626"/>
                  </a:lnTo>
                  <a:lnTo>
                    <a:pt x="344000" y="557408"/>
                  </a:lnTo>
                  <a:lnTo>
                    <a:pt x="339919" y="551963"/>
                  </a:lnTo>
                  <a:lnTo>
                    <a:pt x="335612" y="546745"/>
                  </a:lnTo>
                  <a:lnTo>
                    <a:pt x="331305" y="541300"/>
                  </a:lnTo>
                  <a:lnTo>
                    <a:pt x="327225" y="535629"/>
                  </a:lnTo>
                  <a:lnTo>
                    <a:pt x="323371" y="529730"/>
                  </a:lnTo>
                  <a:lnTo>
                    <a:pt x="319291" y="523831"/>
                  </a:lnTo>
                  <a:lnTo>
                    <a:pt x="315891" y="517933"/>
                  </a:lnTo>
                  <a:lnTo>
                    <a:pt x="312037" y="511581"/>
                  </a:lnTo>
                  <a:lnTo>
                    <a:pt x="308863" y="505682"/>
                  </a:lnTo>
                  <a:lnTo>
                    <a:pt x="305236" y="499330"/>
                  </a:lnTo>
                  <a:lnTo>
                    <a:pt x="302063" y="492751"/>
                  </a:lnTo>
                  <a:lnTo>
                    <a:pt x="298889" y="486171"/>
                  </a:lnTo>
                  <a:lnTo>
                    <a:pt x="295942" y="479592"/>
                  </a:lnTo>
                  <a:lnTo>
                    <a:pt x="293222" y="472786"/>
                  </a:lnTo>
                  <a:lnTo>
                    <a:pt x="290275" y="465980"/>
                  </a:lnTo>
                  <a:lnTo>
                    <a:pt x="287555" y="458947"/>
                  </a:lnTo>
                  <a:lnTo>
                    <a:pt x="285061" y="452141"/>
                  </a:lnTo>
                  <a:lnTo>
                    <a:pt x="282795" y="444655"/>
                  </a:lnTo>
                  <a:lnTo>
                    <a:pt x="280528" y="437622"/>
                  </a:lnTo>
                  <a:lnTo>
                    <a:pt x="278488" y="430362"/>
                  </a:lnTo>
                  <a:lnTo>
                    <a:pt x="276447" y="423102"/>
                  </a:lnTo>
                  <a:lnTo>
                    <a:pt x="274861" y="415616"/>
                  </a:lnTo>
                  <a:lnTo>
                    <a:pt x="273274" y="408129"/>
                  </a:lnTo>
                  <a:lnTo>
                    <a:pt x="272602" y="404960"/>
                  </a:lnTo>
                  <a:lnTo>
                    <a:pt x="272532" y="405017"/>
                  </a:lnTo>
                  <a:lnTo>
                    <a:pt x="270286" y="406616"/>
                  </a:lnTo>
                  <a:lnTo>
                    <a:pt x="268041" y="407758"/>
                  </a:lnTo>
                  <a:lnTo>
                    <a:pt x="267142" y="407987"/>
                  </a:lnTo>
                  <a:lnTo>
                    <a:pt x="265795" y="407987"/>
                  </a:lnTo>
                  <a:lnTo>
                    <a:pt x="264672" y="407987"/>
                  </a:lnTo>
                  <a:lnTo>
                    <a:pt x="263549" y="407758"/>
                  </a:lnTo>
                  <a:lnTo>
                    <a:pt x="261303" y="406616"/>
                  </a:lnTo>
                  <a:lnTo>
                    <a:pt x="259058" y="405017"/>
                  </a:lnTo>
                  <a:lnTo>
                    <a:pt x="256812" y="403190"/>
                  </a:lnTo>
                  <a:lnTo>
                    <a:pt x="254791" y="400220"/>
                  </a:lnTo>
                  <a:lnTo>
                    <a:pt x="252994" y="397250"/>
                  </a:lnTo>
                  <a:lnTo>
                    <a:pt x="251422" y="393595"/>
                  </a:lnTo>
                  <a:lnTo>
                    <a:pt x="249625" y="389712"/>
                  </a:lnTo>
                  <a:lnTo>
                    <a:pt x="248053" y="385143"/>
                  </a:lnTo>
                  <a:lnTo>
                    <a:pt x="246930" y="380117"/>
                  </a:lnTo>
                  <a:lnTo>
                    <a:pt x="245583" y="375092"/>
                  </a:lnTo>
                  <a:lnTo>
                    <a:pt x="244909" y="369609"/>
                  </a:lnTo>
                  <a:lnTo>
                    <a:pt x="243786" y="363898"/>
                  </a:lnTo>
                  <a:lnTo>
                    <a:pt x="243337" y="357730"/>
                  </a:lnTo>
                  <a:lnTo>
                    <a:pt x="243113" y="351563"/>
                  </a:lnTo>
                  <a:lnTo>
                    <a:pt x="242888" y="345166"/>
                  </a:lnTo>
                  <a:lnTo>
                    <a:pt x="243113" y="338770"/>
                  </a:lnTo>
                  <a:lnTo>
                    <a:pt x="243337" y="332602"/>
                  </a:lnTo>
                  <a:lnTo>
                    <a:pt x="243786" y="326663"/>
                  </a:lnTo>
                  <a:lnTo>
                    <a:pt x="244909" y="320723"/>
                  </a:lnTo>
                  <a:lnTo>
                    <a:pt x="245583" y="315469"/>
                  </a:lnTo>
                  <a:lnTo>
                    <a:pt x="246930" y="309987"/>
                  </a:lnTo>
                  <a:lnTo>
                    <a:pt x="248053" y="305189"/>
                  </a:lnTo>
                  <a:lnTo>
                    <a:pt x="249625" y="300849"/>
                  </a:lnTo>
                  <a:lnTo>
                    <a:pt x="251422" y="296737"/>
                  </a:lnTo>
                  <a:lnTo>
                    <a:pt x="252994" y="293311"/>
                  </a:lnTo>
                  <a:lnTo>
                    <a:pt x="254791" y="289884"/>
                  </a:lnTo>
                  <a:lnTo>
                    <a:pt x="256812" y="287371"/>
                  </a:lnTo>
                  <a:lnTo>
                    <a:pt x="259058" y="285315"/>
                  </a:lnTo>
                  <a:lnTo>
                    <a:pt x="261303" y="283945"/>
                  </a:lnTo>
                  <a:lnTo>
                    <a:pt x="263549" y="282802"/>
                  </a:lnTo>
                  <a:lnTo>
                    <a:pt x="264672" y="282574"/>
                  </a:lnTo>
                  <a:lnTo>
                    <a:pt x="265795" y="282574"/>
                  </a:lnTo>
                  <a:lnTo>
                    <a:pt x="267142" y="282574"/>
                  </a:lnTo>
                  <a:lnTo>
                    <a:pt x="268041" y="282802"/>
                  </a:lnTo>
                  <a:lnTo>
                    <a:pt x="268071" y="282818"/>
                  </a:lnTo>
                  <a:lnTo>
                    <a:pt x="268287" y="281310"/>
                  </a:lnTo>
                  <a:lnTo>
                    <a:pt x="269193" y="273597"/>
                  </a:lnTo>
                  <a:lnTo>
                    <a:pt x="270554" y="265656"/>
                  </a:lnTo>
                  <a:lnTo>
                    <a:pt x="271687" y="258170"/>
                  </a:lnTo>
                  <a:lnTo>
                    <a:pt x="273274" y="250683"/>
                  </a:lnTo>
                  <a:lnTo>
                    <a:pt x="274861" y="242969"/>
                  </a:lnTo>
                  <a:lnTo>
                    <a:pt x="276447" y="235710"/>
                  </a:lnTo>
                  <a:lnTo>
                    <a:pt x="278488" y="228450"/>
                  </a:lnTo>
                  <a:lnTo>
                    <a:pt x="280528" y="220963"/>
                  </a:lnTo>
                  <a:lnTo>
                    <a:pt x="282795" y="213704"/>
                  </a:lnTo>
                  <a:lnTo>
                    <a:pt x="285061" y="206671"/>
                  </a:lnTo>
                  <a:lnTo>
                    <a:pt x="287555" y="199638"/>
                  </a:lnTo>
                  <a:lnTo>
                    <a:pt x="290275" y="192832"/>
                  </a:lnTo>
                  <a:lnTo>
                    <a:pt x="293222" y="186026"/>
                  </a:lnTo>
                  <a:lnTo>
                    <a:pt x="295942" y="179220"/>
                  </a:lnTo>
                  <a:lnTo>
                    <a:pt x="298889" y="172640"/>
                  </a:lnTo>
                  <a:lnTo>
                    <a:pt x="302063" y="166061"/>
                  </a:lnTo>
                  <a:lnTo>
                    <a:pt x="305236" y="159482"/>
                  </a:lnTo>
                  <a:lnTo>
                    <a:pt x="308863" y="153130"/>
                  </a:lnTo>
                  <a:lnTo>
                    <a:pt x="312037" y="146778"/>
                  </a:lnTo>
                  <a:lnTo>
                    <a:pt x="315891" y="140652"/>
                  </a:lnTo>
                  <a:lnTo>
                    <a:pt x="319291" y="134754"/>
                  </a:lnTo>
                  <a:lnTo>
                    <a:pt x="323371" y="128855"/>
                  </a:lnTo>
                  <a:lnTo>
                    <a:pt x="327225" y="123183"/>
                  </a:lnTo>
                  <a:lnTo>
                    <a:pt x="331305" y="117512"/>
                  </a:lnTo>
                  <a:lnTo>
                    <a:pt x="335612" y="112067"/>
                  </a:lnTo>
                  <a:lnTo>
                    <a:pt x="339919" y="106395"/>
                  </a:lnTo>
                  <a:lnTo>
                    <a:pt x="344000" y="101177"/>
                  </a:lnTo>
                  <a:lnTo>
                    <a:pt x="348760" y="96186"/>
                  </a:lnTo>
                  <a:lnTo>
                    <a:pt x="353294" y="90968"/>
                  </a:lnTo>
                  <a:lnTo>
                    <a:pt x="358054" y="86204"/>
                  </a:lnTo>
                  <a:lnTo>
                    <a:pt x="362588" y="81440"/>
                  </a:lnTo>
                  <a:lnTo>
                    <a:pt x="367575" y="76902"/>
                  </a:lnTo>
                  <a:lnTo>
                    <a:pt x="372335" y="72365"/>
                  </a:lnTo>
                  <a:lnTo>
                    <a:pt x="377322" y="68055"/>
                  </a:lnTo>
                  <a:lnTo>
                    <a:pt x="382763" y="63744"/>
                  </a:lnTo>
                  <a:lnTo>
                    <a:pt x="387750" y="59887"/>
                  </a:lnTo>
                  <a:lnTo>
                    <a:pt x="392963" y="56031"/>
                  </a:lnTo>
                  <a:lnTo>
                    <a:pt x="398631" y="52174"/>
                  </a:lnTo>
                  <a:lnTo>
                    <a:pt x="403844" y="48544"/>
                  </a:lnTo>
                  <a:lnTo>
                    <a:pt x="409512" y="45368"/>
                  </a:lnTo>
                  <a:lnTo>
                    <a:pt x="414952" y="41965"/>
                  </a:lnTo>
                  <a:lnTo>
                    <a:pt x="420846" y="39016"/>
                  </a:lnTo>
                  <a:lnTo>
                    <a:pt x="426513" y="36066"/>
                  </a:lnTo>
                  <a:lnTo>
                    <a:pt x="432407" y="33571"/>
                  </a:lnTo>
                  <a:lnTo>
                    <a:pt x="438301" y="30621"/>
                  </a:lnTo>
                  <a:lnTo>
                    <a:pt x="444194" y="28353"/>
                  </a:lnTo>
                  <a:lnTo>
                    <a:pt x="450315" y="26084"/>
                  </a:lnTo>
                  <a:lnTo>
                    <a:pt x="456435" y="24042"/>
                  </a:lnTo>
                  <a:lnTo>
                    <a:pt x="462329" y="22454"/>
                  </a:lnTo>
                  <a:lnTo>
                    <a:pt x="468450" y="20639"/>
                  </a:lnTo>
                  <a:lnTo>
                    <a:pt x="474797" y="19051"/>
                  </a:lnTo>
                  <a:lnTo>
                    <a:pt x="481144" y="17917"/>
                  </a:lnTo>
                  <a:lnTo>
                    <a:pt x="487264" y="16783"/>
                  </a:lnTo>
                  <a:lnTo>
                    <a:pt x="493838" y="15875"/>
                  </a:lnTo>
                  <a:lnTo>
                    <a:pt x="500186" y="14968"/>
                  </a:lnTo>
                  <a:lnTo>
                    <a:pt x="506759" y="14514"/>
                  </a:lnTo>
                  <a:lnTo>
                    <a:pt x="513333" y="14287"/>
                  </a:lnTo>
                  <a:close/>
                  <a:moveTo>
                    <a:pt x="2026444" y="0"/>
                  </a:moveTo>
                  <a:lnTo>
                    <a:pt x="2033018" y="227"/>
                  </a:lnTo>
                  <a:lnTo>
                    <a:pt x="2039592" y="454"/>
                  </a:lnTo>
                  <a:lnTo>
                    <a:pt x="2046166" y="1134"/>
                  </a:lnTo>
                  <a:lnTo>
                    <a:pt x="2052740" y="1814"/>
                  </a:lnTo>
                  <a:lnTo>
                    <a:pt x="2059087" y="2948"/>
                  </a:lnTo>
                  <a:lnTo>
                    <a:pt x="2065434" y="3855"/>
                  </a:lnTo>
                  <a:lnTo>
                    <a:pt x="2071555" y="5216"/>
                  </a:lnTo>
                  <a:lnTo>
                    <a:pt x="2077902" y="6577"/>
                  </a:lnTo>
                  <a:lnTo>
                    <a:pt x="2084022" y="8164"/>
                  </a:lnTo>
                  <a:lnTo>
                    <a:pt x="2090369" y="10205"/>
                  </a:lnTo>
                  <a:lnTo>
                    <a:pt x="2096263" y="12246"/>
                  </a:lnTo>
                  <a:lnTo>
                    <a:pt x="2102384" y="14514"/>
                  </a:lnTo>
                  <a:lnTo>
                    <a:pt x="2108278" y="16782"/>
                  </a:lnTo>
                  <a:lnTo>
                    <a:pt x="2114171" y="19277"/>
                  </a:lnTo>
                  <a:lnTo>
                    <a:pt x="2120065" y="21998"/>
                  </a:lnTo>
                  <a:lnTo>
                    <a:pt x="2125506" y="24946"/>
                  </a:lnTo>
                  <a:lnTo>
                    <a:pt x="2131399" y="28121"/>
                  </a:lnTo>
                  <a:lnTo>
                    <a:pt x="2137067" y="31296"/>
                  </a:lnTo>
                  <a:lnTo>
                    <a:pt x="2142507" y="34698"/>
                  </a:lnTo>
                  <a:lnTo>
                    <a:pt x="2147947" y="38100"/>
                  </a:lnTo>
                  <a:lnTo>
                    <a:pt x="2153388" y="41955"/>
                  </a:lnTo>
                  <a:lnTo>
                    <a:pt x="2158602" y="45811"/>
                  </a:lnTo>
                  <a:lnTo>
                    <a:pt x="2164042" y="49893"/>
                  </a:lnTo>
                  <a:lnTo>
                    <a:pt x="2169029" y="53975"/>
                  </a:lnTo>
                  <a:lnTo>
                    <a:pt x="2174016" y="58284"/>
                  </a:lnTo>
                  <a:lnTo>
                    <a:pt x="2179003" y="62593"/>
                  </a:lnTo>
                  <a:lnTo>
                    <a:pt x="2183764" y="67355"/>
                  </a:lnTo>
                  <a:lnTo>
                    <a:pt x="2188751" y="71891"/>
                  </a:lnTo>
                  <a:lnTo>
                    <a:pt x="2193284" y="77107"/>
                  </a:lnTo>
                  <a:lnTo>
                    <a:pt x="2197818" y="82096"/>
                  </a:lnTo>
                  <a:lnTo>
                    <a:pt x="2202352" y="87086"/>
                  </a:lnTo>
                  <a:lnTo>
                    <a:pt x="2206659" y="92529"/>
                  </a:lnTo>
                  <a:lnTo>
                    <a:pt x="2210966" y="97745"/>
                  </a:lnTo>
                  <a:lnTo>
                    <a:pt x="2215046" y="103188"/>
                  </a:lnTo>
                  <a:lnTo>
                    <a:pt x="2219127" y="109084"/>
                  </a:lnTo>
                  <a:lnTo>
                    <a:pt x="2223207" y="114980"/>
                  </a:lnTo>
                  <a:lnTo>
                    <a:pt x="2227061" y="120650"/>
                  </a:lnTo>
                  <a:lnTo>
                    <a:pt x="2230687" y="126773"/>
                  </a:lnTo>
                  <a:lnTo>
                    <a:pt x="2234314" y="132896"/>
                  </a:lnTo>
                  <a:lnTo>
                    <a:pt x="2237941" y="139020"/>
                  </a:lnTo>
                  <a:lnTo>
                    <a:pt x="2241115" y="145370"/>
                  </a:lnTo>
                  <a:lnTo>
                    <a:pt x="2244515" y="151720"/>
                  </a:lnTo>
                  <a:lnTo>
                    <a:pt x="2247462" y="158297"/>
                  </a:lnTo>
                  <a:lnTo>
                    <a:pt x="2250409" y="165100"/>
                  </a:lnTo>
                  <a:lnTo>
                    <a:pt x="2253583" y="171677"/>
                  </a:lnTo>
                  <a:lnTo>
                    <a:pt x="2256303" y="178480"/>
                  </a:lnTo>
                  <a:lnTo>
                    <a:pt x="2258796" y="185511"/>
                  </a:lnTo>
                  <a:lnTo>
                    <a:pt x="2261290" y="192541"/>
                  </a:lnTo>
                  <a:lnTo>
                    <a:pt x="2263557" y="199798"/>
                  </a:lnTo>
                  <a:lnTo>
                    <a:pt x="2265824" y="206829"/>
                  </a:lnTo>
                  <a:lnTo>
                    <a:pt x="2267864" y="214086"/>
                  </a:lnTo>
                  <a:lnTo>
                    <a:pt x="2269904" y="221343"/>
                  </a:lnTo>
                  <a:lnTo>
                    <a:pt x="2271717" y="229054"/>
                  </a:lnTo>
                  <a:lnTo>
                    <a:pt x="2273078" y="236538"/>
                  </a:lnTo>
                  <a:lnTo>
                    <a:pt x="2274664" y="244022"/>
                  </a:lnTo>
                  <a:lnTo>
                    <a:pt x="2276251" y="251732"/>
                  </a:lnTo>
                  <a:lnTo>
                    <a:pt x="2277158" y="259443"/>
                  </a:lnTo>
                  <a:lnTo>
                    <a:pt x="2278518" y="267154"/>
                  </a:lnTo>
                  <a:lnTo>
                    <a:pt x="2278638" y="268548"/>
                  </a:lnTo>
                  <a:lnTo>
                    <a:pt x="2279424" y="268288"/>
                  </a:lnTo>
                  <a:lnTo>
                    <a:pt x="2280331" y="268288"/>
                  </a:lnTo>
                  <a:lnTo>
                    <a:pt x="2281692" y="268288"/>
                  </a:lnTo>
                  <a:lnTo>
                    <a:pt x="2282826" y="268738"/>
                  </a:lnTo>
                  <a:lnTo>
                    <a:pt x="2285093" y="269639"/>
                  </a:lnTo>
                  <a:lnTo>
                    <a:pt x="2287361" y="271215"/>
                  </a:lnTo>
                  <a:lnTo>
                    <a:pt x="2289402" y="273466"/>
                  </a:lnTo>
                  <a:lnTo>
                    <a:pt x="2291443" y="275943"/>
                  </a:lnTo>
                  <a:lnTo>
                    <a:pt x="2293485" y="278869"/>
                  </a:lnTo>
                  <a:lnTo>
                    <a:pt x="2295299" y="282472"/>
                  </a:lnTo>
                  <a:lnTo>
                    <a:pt x="2296660" y="286524"/>
                  </a:lnTo>
                  <a:lnTo>
                    <a:pt x="2298247" y="291027"/>
                  </a:lnTo>
                  <a:lnTo>
                    <a:pt x="2299608" y="295755"/>
                  </a:lnTo>
                  <a:lnTo>
                    <a:pt x="2300742" y="300708"/>
                  </a:lnTo>
                  <a:lnTo>
                    <a:pt x="2301876" y="306111"/>
                  </a:lnTo>
                  <a:lnTo>
                    <a:pt x="2302556" y="311964"/>
                  </a:lnTo>
                  <a:lnTo>
                    <a:pt x="2303010" y="317818"/>
                  </a:lnTo>
                  <a:lnTo>
                    <a:pt x="2303236" y="323897"/>
                  </a:lnTo>
                  <a:lnTo>
                    <a:pt x="2303463" y="330200"/>
                  </a:lnTo>
                  <a:lnTo>
                    <a:pt x="2303236" y="336504"/>
                  </a:lnTo>
                  <a:lnTo>
                    <a:pt x="2303010" y="342808"/>
                  </a:lnTo>
                  <a:lnTo>
                    <a:pt x="2302556" y="348662"/>
                  </a:lnTo>
                  <a:lnTo>
                    <a:pt x="2301876" y="354290"/>
                  </a:lnTo>
                  <a:lnTo>
                    <a:pt x="2300742" y="359918"/>
                  </a:lnTo>
                  <a:lnTo>
                    <a:pt x="2299608" y="364871"/>
                  </a:lnTo>
                  <a:lnTo>
                    <a:pt x="2298247" y="369599"/>
                  </a:lnTo>
                  <a:lnTo>
                    <a:pt x="2296660" y="373877"/>
                  </a:lnTo>
                  <a:lnTo>
                    <a:pt x="2295299" y="377929"/>
                  </a:lnTo>
                  <a:lnTo>
                    <a:pt x="2293485" y="381306"/>
                  </a:lnTo>
                  <a:lnTo>
                    <a:pt x="2291443" y="384683"/>
                  </a:lnTo>
                  <a:lnTo>
                    <a:pt x="2289402" y="387160"/>
                  </a:lnTo>
                  <a:lnTo>
                    <a:pt x="2287361" y="389411"/>
                  </a:lnTo>
                  <a:lnTo>
                    <a:pt x="2285093" y="390987"/>
                  </a:lnTo>
                  <a:lnTo>
                    <a:pt x="2282826" y="391663"/>
                  </a:lnTo>
                  <a:lnTo>
                    <a:pt x="2281692" y="391888"/>
                  </a:lnTo>
                  <a:lnTo>
                    <a:pt x="2280331" y="392113"/>
                  </a:lnTo>
                  <a:lnTo>
                    <a:pt x="2279424" y="391888"/>
                  </a:lnTo>
                  <a:lnTo>
                    <a:pt x="2278063" y="391663"/>
                  </a:lnTo>
                  <a:lnTo>
                    <a:pt x="2275795" y="390987"/>
                  </a:lnTo>
                  <a:lnTo>
                    <a:pt x="2273928" y="389690"/>
                  </a:lnTo>
                  <a:lnTo>
                    <a:pt x="2273078" y="393700"/>
                  </a:lnTo>
                  <a:lnTo>
                    <a:pt x="2271717" y="401411"/>
                  </a:lnTo>
                  <a:lnTo>
                    <a:pt x="2269904" y="408895"/>
                  </a:lnTo>
                  <a:lnTo>
                    <a:pt x="2267864" y="416152"/>
                  </a:lnTo>
                  <a:lnTo>
                    <a:pt x="2265824" y="423636"/>
                  </a:lnTo>
                  <a:lnTo>
                    <a:pt x="2263557" y="430666"/>
                  </a:lnTo>
                  <a:lnTo>
                    <a:pt x="2261290" y="437697"/>
                  </a:lnTo>
                  <a:lnTo>
                    <a:pt x="2258796" y="444727"/>
                  </a:lnTo>
                  <a:lnTo>
                    <a:pt x="2256303" y="451757"/>
                  </a:lnTo>
                  <a:lnTo>
                    <a:pt x="2253583" y="458561"/>
                  </a:lnTo>
                  <a:lnTo>
                    <a:pt x="2250409" y="465138"/>
                  </a:lnTo>
                  <a:lnTo>
                    <a:pt x="2247462" y="471941"/>
                  </a:lnTo>
                  <a:lnTo>
                    <a:pt x="2244515" y="478518"/>
                  </a:lnTo>
                  <a:lnTo>
                    <a:pt x="2241115" y="484868"/>
                  </a:lnTo>
                  <a:lnTo>
                    <a:pt x="2237941" y="491218"/>
                  </a:lnTo>
                  <a:lnTo>
                    <a:pt x="2234314" y="497568"/>
                  </a:lnTo>
                  <a:lnTo>
                    <a:pt x="2230687" y="503691"/>
                  </a:lnTo>
                  <a:lnTo>
                    <a:pt x="2227061" y="509588"/>
                  </a:lnTo>
                  <a:lnTo>
                    <a:pt x="2223207" y="515484"/>
                  </a:lnTo>
                  <a:lnTo>
                    <a:pt x="2219127" y="521154"/>
                  </a:lnTo>
                  <a:lnTo>
                    <a:pt x="2215046" y="527050"/>
                  </a:lnTo>
                  <a:lnTo>
                    <a:pt x="2210966" y="532720"/>
                  </a:lnTo>
                  <a:lnTo>
                    <a:pt x="2206659" y="537936"/>
                  </a:lnTo>
                  <a:lnTo>
                    <a:pt x="2202352" y="543152"/>
                  </a:lnTo>
                  <a:lnTo>
                    <a:pt x="2197818" y="548368"/>
                  </a:lnTo>
                  <a:lnTo>
                    <a:pt x="2193284" y="553357"/>
                  </a:lnTo>
                  <a:lnTo>
                    <a:pt x="2188751" y="558347"/>
                  </a:lnTo>
                  <a:lnTo>
                    <a:pt x="2183764" y="562882"/>
                  </a:lnTo>
                  <a:lnTo>
                    <a:pt x="2179003" y="567645"/>
                  </a:lnTo>
                  <a:lnTo>
                    <a:pt x="2174016" y="571954"/>
                  </a:lnTo>
                  <a:lnTo>
                    <a:pt x="2169029" y="576263"/>
                  </a:lnTo>
                  <a:lnTo>
                    <a:pt x="2164042" y="580572"/>
                  </a:lnTo>
                  <a:lnTo>
                    <a:pt x="2158602" y="584654"/>
                  </a:lnTo>
                  <a:lnTo>
                    <a:pt x="2153388" y="588283"/>
                  </a:lnTo>
                  <a:lnTo>
                    <a:pt x="2147947" y="592138"/>
                  </a:lnTo>
                  <a:lnTo>
                    <a:pt x="2142507" y="595766"/>
                  </a:lnTo>
                  <a:lnTo>
                    <a:pt x="2137067" y="598941"/>
                  </a:lnTo>
                  <a:lnTo>
                    <a:pt x="2131399" y="602343"/>
                  </a:lnTo>
                  <a:lnTo>
                    <a:pt x="2125506" y="605291"/>
                  </a:lnTo>
                  <a:lnTo>
                    <a:pt x="2120065" y="608240"/>
                  </a:lnTo>
                  <a:lnTo>
                    <a:pt x="2114171" y="611188"/>
                  </a:lnTo>
                  <a:lnTo>
                    <a:pt x="2108278" y="613683"/>
                  </a:lnTo>
                  <a:lnTo>
                    <a:pt x="2102384" y="615950"/>
                  </a:lnTo>
                  <a:lnTo>
                    <a:pt x="2096263" y="618218"/>
                  </a:lnTo>
                  <a:lnTo>
                    <a:pt x="2090369" y="620259"/>
                  </a:lnTo>
                  <a:lnTo>
                    <a:pt x="2084022" y="622300"/>
                  </a:lnTo>
                  <a:lnTo>
                    <a:pt x="2077902" y="623661"/>
                  </a:lnTo>
                  <a:lnTo>
                    <a:pt x="2071555" y="625249"/>
                  </a:lnTo>
                  <a:lnTo>
                    <a:pt x="2065434" y="626609"/>
                  </a:lnTo>
                  <a:lnTo>
                    <a:pt x="2059087" y="627743"/>
                  </a:lnTo>
                  <a:lnTo>
                    <a:pt x="2052740" y="628424"/>
                  </a:lnTo>
                  <a:lnTo>
                    <a:pt x="2046166" y="629331"/>
                  </a:lnTo>
                  <a:lnTo>
                    <a:pt x="2039592" y="629784"/>
                  </a:lnTo>
                  <a:lnTo>
                    <a:pt x="2033018" y="630011"/>
                  </a:lnTo>
                  <a:lnTo>
                    <a:pt x="2026444" y="630238"/>
                  </a:lnTo>
                  <a:lnTo>
                    <a:pt x="2019870" y="630011"/>
                  </a:lnTo>
                  <a:lnTo>
                    <a:pt x="2013297" y="629784"/>
                  </a:lnTo>
                  <a:lnTo>
                    <a:pt x="2006949" y="629331"/>
                  </a:lnTo>
                  <a:lnTo>
                    <a:pt x="2000602" y="628424"/>
                  </a:lnTo>
                  <a:lnTo>
                    <a:pt x="1994255" y="627743"/>
                  </a:lnTo>
                  <a:lnTo>
                    <a:pt x="1987681" y="626609"/>
                  </a:lnTo>
                  <a:lnTo>
                    <a:pt x="1981334" y="625249"/>
                  </a:lnTo>
                  <a:lnTo>
                    <a:pt x="1975213" y="623661"/>
                  </a:lnTo>
                  <a:lnTo>
                    <a:pt x="1968866" y="622300"/>
                  </a:lnTo>
                  <a:lnTo>
                    <a:pt x="1962972" y="620259"/>
                  </a:lnTo>
                  <a:lnTo>
                    <a:pt x="1956852" y="618218"/>
                  </a:lnTo>
                  <a:lnTo>
                    <a:pt x="1950731" y="615950"/>
                  </a:lnTo>
                  <a:lnTo>
                    <a:pt x="1944838" y="613683"/>
                  </a:lnTo>
                  <a:lnTo>
                    <a:pt x="1938944" y="611188"/>
                  </a:lnTo>
                  <a:lnTo>
                    <a:pt x="1933050" y="608240"/>
                  </a:lnTo>
                  <a:lnTo>
                    <a:pt x="1927383" y="605291"/>
                  </a:lnTo>
                  <a:lnTo>
                    <a:pt x="1921716" y="602343"/>
                  </a:lnTo>
                  <a:lnTo>
                    <a:pt x="1916049" y="598941"/>
                  </a:lnTo>
                  <a:lnTo>
                    <a:pt x="1910381" y="595766"/>
                  </a:lnTo>
                  <a:lnTo>
                    <a:pt x="1905168" y="592138"/>
                  </a:lnTo>
                  <a:lnTo>
                    <a:pt x="1899954" y="588283"/>
                  </a:lnTo>
                  <a:lnTo>
                    <a:pt x="1894514" y="584654"/>
                  </a:lnTo>
                  <a:lnTo>
                    <a:pt x="1889300" y="580572"/>
                  </a:lnTo>
                  <a:lnTo>
                    <a:pt x="1884313" y="576263"/>
                  </a:lnTo>
                  <a:lnTo>
                    <a:pt x="1879099" y="571954"/>
                  </a:lnTo>
                  <a:lnTo>
                    <a:pt x="1874112" y="567645"/>
                  </a:lnTo>
                  <a:lnTo>
                    <a:pt x="1869352" y="562882"/>
                  </a:lnTo>
                  <a:lnTo>
                    <a:pt x="1864591" y="558347"/>
                  </a:lnTo>
                  <a:lnTo>
                    <a:pt x="1859831" y="553357"/>
                  </a:lnTo>
                  <a:lnTo>
                    <a:pt x="1855297" y="548368"/>
                  </a:lnTo>
                  <a:lnTo>
                    <a:pt x="1850763" y="543152"/>
                  </a:lnTo>
                  <a:lnTo>
                    <a:pt x="1846456" y="537936"/>
                  </a:lnTo>
                  <a:lnTo>
                    <a:pt x="1842149" y="532720"/>
                  </a:lnTo>
                  <a:lnTo>
                    <a:pt x="1838069" y="527050"/>
                  </a:lnTo>
                  <a:lnTo>
                    <a:pt x="1833989" y="521154"/>
                  </a:lnTo>
                  <a:lnTo>
                    <a:pt x="1829908" y="515484"/>
                  </a:lnTo>
                  <a:lnTo>
                    <a:pt x="1826281" y="509588"/>
                  </a:lnTo>
                  <a:lnTo>
                    <a:pt x="1822428" y="503691"/>
                  </a:lnTo>
                  <a:lnTo>
                    <a:pt x="1818801" y="497568"/>
                  </a:lnTo>
                  <a:lnTo>
                    <a:pt x="1815400" y="491218"/>
                  </a:lnTo>
                  <a:lnTo>
                    <a:pt x="1811774" y="484868"/>
                  </a:lnTo>
                  <a:lnTo>
                    <a:pt x="1808827" y="478518"/>
                  </a:lnTo>
                  <a:lnTo>
                    <a:pt x="1805426" y="471941"/>
                  </a:lnTo>
                  <a:lnTo>
                    <a:pt x="1802479" y="465138"/>
                  </a:lnTo>
                  <a:lnTo>
                    <a:pt x="1799759" y="458561"/>
                  </a:lnTo>
                  <a:lnTo>
                    <a:pt x="1797039" y="451757"/>
                  </a:lnTo>
                  <a:lnTo>
                    <a:pt x="1794545" y="444727"/>
                  </a:lnTo>
                  <a:lnTo>
                    <a:pt x="1791825" y="437697"/>
                  </a:lnTo>
                  <a:lnTo>
                    <a:pt x="1789332" y="430666"/>
                  </a:lnTo>
                  <a:lnTo>
                    <a:pt x="1787292" y="423636"/>
                  </a:lnTo>
                  <a:lnTo>
                    <a:pt x="1785025" y="416152"/>
                  </a:lnTo>
                  <a:lnTo>
                    <a:pt x="1783438" y="408895"/>
                  </a:lnTo>
                  <a:lnTo>
                    <a:pt x="1781624" y="401411"/>
                  </a:lnTo>
                  <a:lnTo>
                    <a:pt x="1779811" y="393700"/>
                  </a:lnTo>
                  <a:lnTo>
                    <a:pt x="1778682" y="388377"/>
                  </a:lnTo>
                  <a:lnTo>
                    <a:pt x="1777853" y="389411"/>
                  </a:lnTo>
                  <a:lnTo>
                    <a:pt x="1775596" y="390987"/>
                  </a:lnTo>
                  <a:lnTo>
                    <a:pt x="1773114" y="391663"/>
                  </a:lnTo>
                  <a:lnTo>
                    <a:pt x="1771986" y="391888"/>
                  </a:lnTo>
                  <a:lnTo>
                    <a:pt x="1770632" y="392113"/>
                  </a:lnTo>
                  <a:lnTo>
                    <a:pt x="1769729" y="391888"/>
                  </a:lnTo>
                  <a:lnTo>
                    <a:pt x="1768375" y="391663"/>
                  </a:lnTo>
                  <a:lnTo>
                    <a:pt x="1766118" y="390987"/>
                  </a:lnTo>
                  <a:lnTo>
                    <a:pt x="1763861" y="389411"/>
                  </a:lnTo>
                  <a:lnTo>
                    <a:pt x="1761830" y="387160"/>
                  </a:lnTo>
                  <a:lnTo>
                    <a:pt x="1760025" y="384683"/>
                  </a:lnTo>
                  <a:lnTo>
                    <a:pt x="1757994" y="381306"/>
                  </a:lnTo>
                  <a:lnTo>
                    <a:pt x="1756188" y="377929"/>
                  </a:lnTo>
                  <a:lnTo>
                    <a:pt x="1754609" y="373877"/>
                  </a:lnTo>
                  <a:lnTo>
                    <a:pt x="1753029" y="369599"/>
                  </a:lnTo>
                  <a:lnTo>
                    <a:pt x="1751675" y="364871"/>
                  </a:lnTo>
                  <a:lnTo>
                    <a:pt x="1750546" y="359918"/>
                  </a:lnTo>
                  <a:lnTo>
                    <a:pt x="1749644" y="354290"/>
                  </a:lnTo>
                  <a:lnTo>
                    <a:pt x="1748967" y="348662"/>
                  </a:lnTo>
                  <a:lnTo>
                    <a:pt x="1748290" y="342808"/>
                  </a:lnTo>
                  <a:lnTo>
                    <a:pt x="1747838" y="336504"/>
                  </a:lnTo>
                  <a:lnTo>
                    <a:pt x="1747838" y="330200"/>
                  </a:lnTo>
                  <a:lnTo>
                    <a:pt x="1747838" y="323897"/>
                  </a:lnTo>
                  <a:lnTo>
                    <a:pt x="1748290" y="317818"/>
                  </a:lnTo>
                  <a:lnTo>
                    <a:pt x="1748967" y="311964"/>
                  </a:lnTo>
                  <a:lnTo>
                    <a:pt x="1749644" y="306111"/>
                  </a:lnTo>
                  <a:lnTo>
                    <a:pt x="1750546" y="300708"/>
                  </a:lnTo>
                  <a:lnTo>
                    <a:pt x="1751675" y="295755"/>
                  </a:lnTo>
                  <a:lnTo>
                    <a:pt x="1753029" y="291027"/>
                  </a:lnTo>
                  <a:lnTo>
                    <a:pt x="1754609" y="286524"/>
                  </a:lnTo>
                  <a:lnTo>
                    <a:pt x="1756188" y="282472"/>
                  </a:lnTo>
                  <a:lnTo>
                    <a:pt x="1757994" y="278869"/>
                  </a:lnTo>
                  <a:lnTo>
                    <a:pt x="1760025" y="275943"/>
                  </a:lnTo>
                  <a:lnTo>
                    <a:pt x="1761830" y="273466"/>
                  </a:lnTo>
                  <a:lnTo>
                    <a:pt x="1763861" y="271215"/>
                  </a:lnTo>
                  <a:lnTo>
                    <a:pt x="1766118" y="269639"/>
                  </a:lnTo>
                  <a:lnTo>
                    <a:pt x="1768375" y="268738"/>
                  </a:lnTo>
                  <a:lnTo>
                    <a:pt x="1769729" y="268288"/>
                  </a:lnTo>
                  <a:lnTo>
                    <a:pt x="1770632" y="268288"/>
                  </a:lnTo>
                  <a:lnTo>
                    <a:pt x="1771986" y="268288"/>
                  </a:lnTo>
                  <a:lnTo>
                    <a:pt x="1773114" y="268738"/>
                  </a:lnTo>
                  <a:lnTo>
                    <a:pt x="1774524" y="269250"/>
                  </a:lnTo>
                  <a:lnTo>
                    <a:pt x="1774824" y="267154"/>
                  </a:lnTo>
                  <a:lnTo>
                    <a:pt x="1775731" y="259443"/>
                  </a:lnTo>
                  <a:lnTo>
                    <a:pt x="1777091" y="251732"/>
                  </a:lnTo>
                  <a:lnTo>
                    <a:pt x="1778224" y="244022"/>
                  </a:lnTo>
                  <a:lnTo>
                    <a:pt x="1779811" y="236538"/>
                  </a:lnTo>
                  <a:lnTo>
                    <a:pt x="1781624" y="229054"/>
                  </a:lnTo>
                  <a:lnTo>
                    <a:pt x="1783438" y="221343"/>
                  </a:lnTo>
                  <a:lnTo>
                    <a:pt x="1785025" y="214086"/>
                  </a:lnTo>
                  <a:lnTo>
                    <a:pt x="1787292" y="206829"/>
                  </a:lnTo>
                  <a:lnTo>
                    <a:pt x="1789332" y="199798"/>
                  </a:lnTo>
                  <a:lnTo>
                    <a:pt x="1791825" y="192541"/>
                  </a:lnTo>
                  <a:lnTo>
                    <a:pt x="1794545" y="185511"/>
                  </a:lnTo>
                  <a:lnTo>
                    <a:pt x="1797039" y="178480"/>
                  </a:lnTo>
                  <a:lnTo>
                    <a:pt x="1799759" y="171677"/>
                  </a:lnTo>
                  <a:lnTo>
                    <a:pt x="1802479" y="165100"/>
                  </a:lnTo>
                  <a:lnTo>
                    <a:pt x="1805426" y="158297"/>
                  </a:lnTo>
                  <a:lnTo>
                    <a:pt x="1808827" y="151720"/>
                  </a:lnTo>
                  <a:lnTo>
                    <a:pt x="1811774" y="145370"/>
                  </a:lnTo>
                  <a:lnTo>
                    <a:pt x="1815400" y="139020"/>
                  </a:lnTo>
                  <a:lnTo>
                    <a:pt x="1818801" y="132896"/>
                  </a:lnTo>
                  <a:lnTo>
                    <a:pt x="1822428" y="126773"/>
                  </a:lnTo>
                  <a:lnTo>
                    <a:pt x="1826281" y="120650"/>
                  </a:lnTo>
                  <a:lnTo>
                    <a:pt x="1829908" y="114980"/>
                  </a:lnTo>
                  <a:lnTo>
                    <a:pt x="1833989" y="109084"/>
                  </a:lnTo>
                  <a:lnTo>
                    <a:pt x="1838069" y="103188"/>
                  </a:lnTo>
                  <a:lnTo>
                    <a:pt x="1842149" y="97745"/>
                  </a:lnTo>
                  <a:lnTo>
                    <a:pt x="1846456" y="92529"/>
                  </a:lnTo>
                  <a:lnTo>
                    <a:pt x="1850763" y="87086"/>
                  </a:lnTo>
                  <a:lnTo>
                    <a:pt x="1855297" y="82096"/>
                  </a:lnTo>
                  <a:lnTo>
                    <a:pt x="1859831" y="77107"/>
                  </a:lnTo>
                  <a:lnTo>
                    <a:pt x="1864591" y="71891"/>
                  </a:lnTo>
                  <a:lnTo>
                    <a:pt x="1869352" y="67355"/>
                  </a:lnTo>
                  <a:lnTo>
                    <a:pt x="1874112" y="62593"/>
                  </a:lnTo>
                  <a:lnTo>
                    <a:pt x="1879099" y="58284"/>
                  </a:lnTo>
                  <a:lnTo>
                    <a:pt x="1884313" y="53975"/>
                  </a:lnTo>
                  <a:lnTo>
                    <a:pt x="1889300" y="49893"/>
                  </a:lnTo>
                  <a:lnTo>
                    <a:pt x="1894514" y="45811"/>
                  </a:lnTo>
                  <a:lnTo>
                    <a:pt x="1899954" y="41955"/>
                  </a:lnTo>
                  <a:lnTo>
                    <a:pt x="1905168" y="38100"/>
                  </a:lnTo>
                  <a:lnTo>
                    <a:pt x="1910381" y="34698"/>
                  </a:lnTo>
                  <a:lnTo>
                    <a:pt x="1916049" y="31296"/>
                  </a:lnTo>
                  <a:lnTo>
                    <a:pt x="1921716" y="28121"/>
                  </a:lnTo>
                  <a:lnTo>
                    <a:pt x="1927383" y="24946"/>
                  </a:lnTo>
                  <a:lnTo>
                    <a:pt x="1933050" y="21998"/>
                  </a:lnTo>
                  <a:lnTo>
                    <a:pt x="1938944" y="19277"/>
                  </a:lnTo>
                  <a:lnTo>
                    <a:pt x="1944838" y="16782"/>
                  </a:lnTo>
                  <a:lnTo>
                    <a:pt x="1950731" y="14514"/>
                  </a:lnTo>
                  <a:lnTo>
                    <a:pt x="1956852" y="12246"/>
                  </a:lnTo>
                  <a:lnTo>
                    <a:pt x="1962972" y="10205"/>
                  </a:lnTo>
                  <a:lnTo>
                    <a:pt x="1968866" y="8164"/>
                  </a:lnTo>
                  <a:lnTo>
                    <a:pt x="1975213" y="6577"/>
                  </a:lnTo>
                  <a:lnTo>
                    <a:pt x="1981334" y="5216"/>
                  </a:lnTo>
                  <a:lnTo>
                    <a:pt x="1987681" y="3855"/>
                  </a:lnTo>
                  <a:lnTo>
                    <a:pt x="1994255" y="2948"/>
                  </a:lnTo>
                  <a:lnTo>
                    <a:pt x="2000602" y="1814"/>
                  </a:lnTo>
                  <a:lnTo>
                    <a:pt x="2006949" y="1134"/>
                  </a:lnTo>
                  <a:lnTo>
                    <a:pt x="2013297" y="454"/>
                  </a:lnTo>
                  <a:lnTo>
                    <a:pt x="2019870" y="227"/>
                  </a:lnTo>
                  <a:lnTo>
                    <a:pt x="20264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2310" name="组合 12309"/>
          <p:cNvGrpSpPr/>
          <p:nvPr/>
        </p:nvGrpSpPr>
        <p:grpSpPr>
          <a:xfrm>
            <a:off x="7770908" y="5049687"/>
            <a:ext cx="648000" cy="648000"/>
            <a:chOff x="7770908" y="5053126"/>
            <a:chExt cx="648000" cy="648000"/>
          </a:xfrm>
        </p:grpSpPr>
        <p:sp>
          <p:nvSpPr>
            <p:cNvPr id="123" name="椭圆 122"/>
            <p:cNvSpPr/>
            <p:nvPr/>
          </p:nvSpPr>
          <p:spPr>
            <a:xfrm>
              <a:off x="7770908" y="5053126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KSO_Shape"/>
            <p:cNvSpPr/>
            <p:nvPr/>
          </p:nvSpPr>
          <p:spPr bwMode="auto">
            <a:xfrm>
              <a:off x="7895377" y="5179792"/>
              <a:ext cx="385864" cy="404015"/>
            </a:xfrm>
            <a:custGeom>
              <a:avLst/>
              <a:gdLst>
                <a:gd name="T0" fmla="*/ 2809875 w 4627563"/>
                <a:gd name="T1" fmla="*/ 4811712 h 5299074"/>
                <a:gd name="T2" fmla="*/ 2745224 w 4627563"/>
                <a:gd name="T3" fmla="*/ 4870449 h 5299074"/>
                <a:gd name="T4" fmla="*/ 2693583 w 4627563"/>
                <a:gd name="T5" fmla="*/ 4799805 h 5299074"/>
                <a:gd name="T6" fmla="*/ 3054173 w 4627563"/>
                <a:gd name="T7" fmla="*/ 4245768 h 5299074"/>
                <a:gd name="T8" fmla="*/ 3143251 w 4627563"/>
                <a:gd name="T9" fmla="*/ 4339034 h 5299074"/>
                <a:gd name="T10" fmla="*/ 3063717 w 4627563"/>
                <a:gd name="T11" fmla="*/ 4441428 h 5299074"/>
                <a:gd name="T12" fmla="*/ 2956345 w 4627563"/>
                <a:gd name="T13" fmla="*/ 4391421 h 5299074"/>
                <a:gd name="T14" fmla="*/ 2973843 w 4627563"/>
                <a:gd name="T15" fmla="*/ 4273946 h 5299074"/>
                <a:gd name="T16" fmla="*/ 3313113 w 4627563"/>
                <a:gd name="T17" fmla="*/ 3781821 h 5299074"/>
                <a:gd name="T18" fmla="*/ 3390107 w 4627563"/>
                <a:gd name="T19" fmla="*/ 3842543 h 5299074"/>
                <a:gd name="T20" fmla="*/ 3397647 w 4627563"/>
                <a:gd name="T21" fmla="*/ 3943746 h 5299074"/>
                <a:gd name="T22" fmla="*/ 3329782 w 4627563"/>
                <a:gd name="T23" fmla="*/ 4014787 h 5299074"/>
                <a:gd name="T24" fmla="*/ 3228578 w 4627563"/>
                <a:gd name="T25" fmla="*/ 4012009 h 5299074"/>
                <a:gd name="T26" fmla="*/ 3164681 w 4627563"/>
                <a:gd name="T27" fmla="*/ 3937793 h 5299074"/>
                <a:gd name="T28" fmla="*/ 3176984 w 4627563"/>
                <a:gd name="T29" fmla="*/ 3837781 h 5299074"/>
                <a:gd name="T30" fmla="*/ 3257153 w 4627563"/>
                <a:gd name="T31" fmla="*/ 3780631 h 5299074"/>
                <a:gd name="T32" fmla="*/ 2749233 w 4627563"/>
                <a:gd name="T33" fmla="*/ 3662481 h 5299074"/>
                <a:gd name="T34" fmla="*/ 2837260 w 4627563"/>
                <a:gd name="T35" fmla="*/ 3818473 h 5299074"/>
                <a:gd name="T36" fmla="*/ 2780558 w 4627563"/>
                <a:gd name="T37" fmla="*/ 3991178 h 5299074"/>
                <a:gd name="T38" fmla="*/ 2616002 w 4627563"/>
                <a:gd name="T39" fmla="*/ 4064000 h 5299074"/>
                <a:gd name="T40" fmla="*/ 2451446 w 4627563"/>
                <a:gd name="T41" fmla="*/ 3991178 h 5299074"/>
                <a:gd name="T42" fmla="*/ 2395140 w 4627563"/>
                <a:gd name="T43" fmla="*/ 3818473 h 5299074"/>
                <a:gd name="T44" fmla="*/ 2483167 w 4627563"/>
                <a:gd name="T45" fmla="*/ 3662481 h 5299074"/>
                <a:gd name="T46" fmla="*/ 2204869 w 4627563"/>
                <a:gd name="T47" fmla="*/ 3415897 h 5299074"/>
                <a:gd name="T48" fmla="*/ 2282395 w 4627563"/>
                <a:gd name="T49" fmla="*/ 3464853 h 5299074"/>
                <a:gd name="T50" fmla="*/ 2298297 w 4627563"/>
                <a:gd name="T51" fmla="*/ 3556447 h 5299074"/>
                <a:gd name="T52" fmla="*/ 2241843 w 4627563"/>
                <a:gd name="T53" fmla="*/ 3627907 h 5299074"/>
                <a:gd name="T54" fmla="*/ 2148415 w 4627563"/>
                <a:gd name="T55" fmla="*/ 3634619 h 5299074"/>
                <a:gd name="T56" fmla="*/ 2082419 w 4627563"/>
                <a:gd name="T57" fmla="*/ 3572634 h 5299074"/>
                <a:gd name="T58" fmla="*/ 2084805 w 4627563"/>
                <a:gd name="T59" fmla="*/ 3479065 h 5299074"/>
                <a:gd name="T60" fmla="*/ 2153583 w 4627563"/>
                <a:gd name="T61" fmla="*/ 3419845 h 5299074"/>
                <a:gd name="T62" fmla="*/ 2956426 w 4627563"/>
                <a:gd name="T63" fmla="*/ 3238079 h 5299074"/>
                <a:gd name="T64" fmla="*/ 3038085 w 4627563"/>
                <a:gd name="T65" fmla="*/ 3342332 h 5299074"/>
                <a:gd name="T66" fmla="*/ 3015093 w 4627563"/>
                <a:gd name="T67" fmla="*/ 3476712 h 5299074"/>
                <a:gd name="T68" fmla="*/ 2902515 w 4627563"/>
                <a:gd name="T69" fmla="*/ 3548065 h 5299074"/>
                <a:gd name="T70" fmla="*/ 2771703 w 4627563"/>
                <a:gd name="T71" fmla="*/ 3511992 h 5299074"/>
                <a:gd name="T72" fmla="*/ 2711450 w 4627563"/>
                <a:gd name="T73" fmla="*/ 3392675 h 5299074"/>
                <a:gd name="T74" fmla="*/ 2760207 w 4627563"/>
                <a:gd name="T75" fmla="*/ 3266620 h 5299074"/>
                <a:gd name="T76" fmla="*/ 1341242 w 4627563"/>
                <a:gd name="T77" fmla="*/ 3000374 h 5299074"/>
                <a:gd name="T78" fmla="*/ 403620 w 4627563"/>
                <a:gd name="T79" fmla="*/ 4688870 h 5299074"/>
                <a:gd name="T80" fmla="*/ 498850 w 4627563"/>
                <a:gd name="T81" fmla="*/ 4903704 h 5299074"/>
                <a:gd name="T82" fmla="*/ 4005310 w 4627563"/>
                <a:gd name="T83" fmla="*/ 5016085 h 5299074"/>
                <a:gd name="T84" fmla="*/ 4184661 w 4627563"/>
                <a:gd name="T85" fmla="*/ 4815944 h 5299074"/>
                <a:gd name="T86" fmla="*/ 4235053 w 4627563"/>
                <a:gd name="T87" fmla="*/ 4552265 h 5299074"/>
                <a:gd name="T88" fmla="*/ 3271841 w 4627563"/>
                <a:gd name="T89" fmla="*/ 3015685 h 5299074"/>
                <a:gd name="T90" fmla="*/ 2892903 w 4627563"/>
                <a:gd name="T91" fmla="*/ 3076933 h 5299074"/>
                <a:gd name="T92" fmla="*/ 1694982 w 4627563"/>
                <a:gd name="T93" fmla="*/ 3074149 h 5299074"/>
                <a:gd name="T94" fmla="*/ 1349374 w 4627563"/>
                <a:gd name="T95" fmla="*/ 3013299 h 5299074"/>
                <a:gd name="T96" fmla="*/ 2995870 w 4627563"/>
                <a:gd name="T97" fmla="*/ 46427 h 5299074"/>
                <a:gd name="T98" fmla="*/ 3112958 w 4627563"/>
                <a:gd name="T99" fmla="*/ 207534 h 5299074"/>
                <a:gd name="T100" fmla="*/ 3105417 w 4627563"/>
                <a:gd name="T101" fmla="*/ 379356 h 5299074"/>
                <a:gd name="T102" fmla="*/ 4604543 w 4627563"/>
                <a:gd name="T103" fmla="*/ 4495920 h 5299074"/>
                <a:gd name="T104" fmla="*/ 4621213 w 4627563"/>
                <a:gd name="T105" fmla="*/ 4792341 h 5299074"/>
                <a:gd name="T106" fmla="*/ 4525161 w 4627563"/>
                <a:gd name="T107" fmla="*/ 5066144 h 5299074"/>
                <a:gd name="T108" fmla="*/ 4255659 w 4627563"/>
                <a:gd name="T109" fmla="*/ 5299074 h 5299074"/>
                <a:gd name="T110" fmla="*/ 113119 w 4627563"/>
                <a:gd name="T111" fmla="*/ 5082016 h 5299074"/>
                <a:gd name="T112" fmla="*/ 8335 w 4627563"/>
                <a:gd name="T113" fmla="*/ 4807817 h 5299074"/>
                <a:gd name="T114" fmla="*/ 20640 w 4627563"/>
                <a:gd name="T115" fmla="*/ 4504649 h 5299074"/>
                <a:gd name="T116" fmla="*/ 1525322 w 4627563"/>
                <a:gd name="T117" fmla="*/ 390466 h 5299074"/>
                <a:gd name="T118" fmla="*/ 1512224 w 4627563"/>
                <a:gd name="T119" fmla="*/ 217058 h 5299074"/>
                <a:gd name="T120" fmla="*/ 1623358 w 4627563"/>
                <a:gd name="T121" fmla="*/ 52776 h 5299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27563" h="5299074">
                  <a:moveTo>
                    <a:pt x="2751137" y="4752974"/>
                  </a:moveTo>
                  <a:lnTo>
                    <a:pt x="2757445" y="4753371"/>
                  </a:lnTo>
                  <a:lnTo>
                    <a:pt x="2762964" y="4754165"/>
                  </a:lnTo>
                  <a:lnTo>
                    <a:pt x="2768483" y="4755355"/>
                  </a:lnTo>
                  <a:lnTo>
                    <a:pt x="2774002" y="4757340"/>
                  </a:lnTo>
                  <a:lnTo>
                    <a:pt x="2779127" y="4760118"/>
                  </a:lnTo>
                  <a:lnTo>
                    <a:pt x="2783857" y="4762896"/>
                  </a:lnTo>
                  <a:lnTo>
                    <a:pt x="2788193" y="4766071"/>
                  </a:lnTo>
                  <a:lnTo>
                    <a:pt x="2792530" y="4770040"/>
                  </a:lnTo>
                  <a:lnTo>
                    <a:pt x="2796472" y="4774009"/>
                  </a:lnTo>
                  <a:lnTo>
                    <a:pt x="2800020" y="4778771"/>
                  </a:lnTo>
                  <a:lnTo>
                    <a:pt x="2802779" y="4783534"/>
                  </a:lnTo>
                  <a:lnTo>
                    <a:pt x="2805144" y="4788693"/>
                  </a:lnTo>
                  <a:lnTo>
                    <a:pt x="2807116" y="4793852"/>
                  </a:lnTo>
                  <a:lnTo>
                    <a:pt x="2808298" y="4799805"/>
                  </a:lnTo>
                  <a:lnTo>
                    <a:pt x="2809481" y="4805759"/>
                  </a:lnTo>
                  <a:lnTo>
                    <a:pt x="2809875" y="4811712"/>
                  </a:lnTo>
                  <a:lnTo>
                    <a:pt x="2809481" y="4817665"/>
                  </a:lnTo>
                  <a:lnTo>
                    <a:pt x="2808298" y="4823618"/>
                  </a:lnTo>
                  <a:lnTo>
                    <a:pt x="2807116" y="4829174"/>
                  </a:lnTo>
                  <a:lnTo>
                    <a:pt x="2805144" y="4834730"/>
                  </a:lnTo>
                  <a:lnTo>
                    <a:pt x="2802779" y="4839890"/>
                  </a:lnTo>
                  <a:lnTo>
                    <a:pt x="2800020" y="4844652"/>
                  </a:lnTo>
                  <a:lnTo>
                    <a:pt x="2796472" y="4849415"/>
                  </a:lnTo>
                  <a:lnTo>
                    <a:pt x="2792530" y="4853384"/>
                  </a:lnTo>
                  <a:lnTo>
                    <a:pt x="2788193" y="4857352"/>
                  </a:lnTo>
                  <a:lnTo>
                    <a:pt x="2783857" y="4860527"/>
                  </a:lnTo>
                  <a:lnTo>
                    <a:pt x="2779127" y="4863305"/>
                  </a:lnTo>
                  <a:lnTo>
                    <a:pt x="2774002" y="4866084"/>
                  </a:lnTo>
                  <a:lnTo>
                    <a:pt x="2768483" y="4868068"/>
                  </a:lnTo>
                  <a:lnTo>
                    <a:pt x="2762964" y="4869655"/>
                  </a:lnTo>
                  <a:lnTo>
                    <a:pt x="2757445" y="4870449"/>
                  </a:lnTo>
                  <a:lnTo>
                    <a:pt x="2751137" y="4870449"/>
                  </a:lnTo>
                  <a:lnTo>
                    <a:pt x="2745224" y="4870449"/>
                  </a:lnTo>
                  <a:lnTo>
                    <a:pt x="2739705" y="4869655"/>
                  </a:lnTo>
                  <a:lnTo>
                    <a:pt x="2733792" y="4868068"/>
                  </a:lnTo>
                  <a:lnTo>
                    <a:pt x="2728273" y="4866084"/>
                  </a:lnTo>
                  <a:lnTo>
                    <a:pt x="2723543" y="4863305"/>
                  </a:lnTo>
                  <a:lnTo>
                    <a:pt x="2718418" y="4860527"/>
                  </a:lnTo>
                  <a:lnTo>
                    <a:pt x="2714082" y="4857352"/>
                  </a:lnTo>
                  <a:lnTo>
                    <a:pt x="2709745" y="4853384"/>
                  </a:lnTo>
                  <a:lnTo>
                    <a:pt x="2706197" y="4849415"/>
                  </a:lnTo>
                  <a:lnTo>
                    <a:pt x="2702649" y="4844652"/>
                  </a:lnTo>
                  <a:lnTo>
                    <a:pt x="2699890" y="4839890"/>
                  </a:lnTo>
                  <a:lnTo>
                    <a:pt x="2697525" y="4834730"/>
                  </a:lnTo>
                  <a:lnTo>
                    <a:pt x="2695554" y="4829174"/>
                  </a:lnTo>
                  <a:lnTo>
                    <a:pt x="2693583" y="4823618"/>
                  </a:lnTo>
                  <a:lnTo>
                    <a:pt x="2692794" y="4817665"/>
                  </a:lnTo>
                  <a:lnTo>
                    <a:pt x="2692400" y="4811712"/>
                  </a:lnTo>
                  <a:lnTo>
                    <a:pt x="2692794" y="4805759"/>
                  </a:lnTo>
                  <a:lnTo>
                    <a:pt x="2693583" y="4799805"/>
                  </a:lnTo>
                  <a:lnTo>
                    <a:pt x="2695554" y="4793852"/>
                  </a:lnTo>
                  <a:lnTo>
                    <a:pt x="2697525" y="4788693"/>
                  </a:lnTo>
                  <a:lnTo>
                    <a:pt x="2699890" y="4783534"/>
                  </a:lnTo>
                  <a:lnTo>
                    <a:pt x="2702649" y="4778771"/>
                  </a:lnTo>
                  <a:lnTo>
                    <a:pt x="2706197" y="4774009"/>
                  </a:lnTo>
                  <a:lnTo>
                    <a:pt x="2709745" y="4770040"/>
                  </a:lnTo>
                  <a:lnTo>
                    <a:pt x="2714082" y="4766071"/>
                  </a:lnTo>
                  <a:lnTo>
                    <a:pt x="2718418" y="4762896"/>
                  </a:lnTo>
                  <a:lnTo>
                    <a:pt x="2723543" y="4760118"/>
                  </a:lnTo>
                  <a:lnTo>
                    <a:pt x="2728273" y="4757340"/>
                  </a:lnTo>
                  <a:lnTo>
                    <a:pt x="2733792" y="4755355"/>
                  </a:lnTo>
                  <a:lnTo>
                    <a:pt x="2739705" y="4754165"/>
                  </a:lnTo>
                  <a:lnTo>
                    <a:pt x="2745224" y="4753371"/>
                  </a:lnTo>
                  <a:lnTo>
                    <a:pt x="2751137" y="4752974"/>
                  </a:lnTo>
                  <a:close/>
                  <a:moveTo>
                    <a:pt x="3043833" y="4244974"/>
                  </a:moveTo>
                  <a:lnTo>
                    <a:pt x="3049401" y="4245371"/>
                  </a:lnTo>
                  <a:lnTo>
                    <a:pt x="3054173" y="4245768"/>
                  </a:lnTo>
                  <a:lnTo>
                    <a:pt x="3059342" y="4246165"/>
                  </a:lnTo>
                  <a:lnTo>
                    <a:pt x="3063717" y="4246959"/>
                  </a:lnTo>
                  <a:lnTo>
                    <a:pt x="3073261" y="4249340"/>
                  </a:lnTo>
                  <a:lnTo>
                    <a:pt x="3082407" y="4252912"/>
                  </a:lnTo>
                  <a:lnTo>
                    <a:pt x="3091156" y="4256881"/>
                  </a:lnTo>
                  <a:lnTo>
                    <a:pt x="3099507" y="4262040"/>
                  </a:lnTo>
                  <a:lnTo>
                    <a:pt x="3107063" y="4267596"/>
                  </a:lnTo>
                  <a:lnTo>
                    <a:pt x="3114221" y="4273946"/>
                  </a:lnTo>
                  <a:lnTo>
                    <a:pt x="3120584" y="4281090"/>
                  </a:lnTo>
                  <a:lnTo>
                    <a:pt x="3126151" y="4289027"/>
                  </a:lnTo>
                  <a:lnTo>
                    <a:pt x="3131321" y="4296568"/>
                  </a:lnTo>
                  <a:lnTo>
                    <a:pt x="3135298" y="4305299"/>
                  </a:lnTo>
                  <a:lnTo>
                    <a:pt x="3138877" y="4314824"/>
                  </a:lnTo>
                  <a:lnTo>
                    <a:pt x="3141263" y="4324349"/>
                  </a:lnTo>
                  <a:lnTo>
                    <a:pt x="3142058" y="4329112"/>
                  </a:lnTo>
                  <a:lnTo>
                    <a:pt x="3142853" y="4334271"/>
                  </a:lnTo>
                  <a:lnTo>
                    <a:pt x="3143251" y="4339034"/>
                  </a:lnTo>
                  <a:lnTo>
                    <a:pt x="3143251" y="4344193"/>
                  </a:lnTo>
                  <a:lnTo>
                    <a:pt x="3143251" y="4348956"/>
                  </a:lnTo>
                  <a:lnTo>
                    <a:pt x="3142853" y="4354115"/>
                  </a:lnTo>
                  <a:lnTo>
                    <a:pt x="3142058" y="4359275"/>
                  </a:lnTo>
                  <a:lnTo>
                    <a:pt x="3141263" y="4364037"/>
                  </a:lnTo>
                  <a:lnTo>
                    <a:pt x="3138877" y="4373562"/>
                  </a:lnTo>
                  <a:lnTo>
                    <a:pt x="3135298" y="4382690"/>
                  </a:lnTo>
                  <a:lnTo>
                    <a:pt x="3131321" y="4391421"/>
                  </a:lnTo>
                  <a:lnTo>
                    <a:pt x="3126151" y="4399359"/>
                  </a:lnTo>
                  <a:lnTo>
                    <a:pt x="3120584" y="4407297"/>
                  </a:lnTo>
                  <a:lnTo>
                    <a:pt x="3114221" y="4414440"/>
                  </a:lnTo>
                  <a:lnTo>
                    <a:pt x="3107063" y="4420393"/>
                  </a:lnTo>
                  <a:lnTo>
                    <a:pt x="3099507" y="4426347"/>
                  </a:lnTo>
                  <a:lnTo>
                    <a:pt x="3091156" y="4431506"/>
                  </a:lnTo>
                  <a:lnTo>
                    <a:pt x="3082407" y="4435475"/>
                  </a:lnTo>
                  <a:lnTo>
                    <a:pt x="3073261" y="4438650"/>
                  </a:lnTo>
                  <a:lnTo>
                    <a:pt x="3063717" y="4441428"/>
                  </a:lnTo>
                  <a:lnTo>
                    <a:pt x="3059342" y="4442222"/>
                  </a:lnTo>
                  <a:lnTo>
                    <a:pt x="3054173" y="4442618"/>
                  </a:lnTo>
                  <a:lnTo>
                    <a:pt x="3049401" y="4443015"/>
                  </a:lnTo>
                  <a:lnTo>
                    <a:pt x="3043833" y="4443412"/>
                  </a:lnTo>
                  <a:lnTo>
                    <a:pt x="3038663" y="4443015"/>
                  </a:lnTo>
                  <a:lnTo>
                    <a:pt x="3033891" y="4442618"/>
                  </a:lnTo>
                  <a:lnTo>
                    <a:pt x="3028722" y="4442222"/>
                  </a:lnTo>
                  <a:lnTo>
                    <a:pt x="3023950" y="4441428"/>
                  </a:lnTo>
                  <a:lnTo>
                    <a:pt x="3014405" y="4438650"/>
                  </a:lnTo>
                  <a:lnTo>
                    <a:pt x="3005259" y="4435475"/>
                  </a:lnTo>
                  <a:lnTo>
                    <a:pt x="2996908" y="4431506"/>
                  </a:lnTo>
                  <a:lnTo>
                    <a:pt x="2988557" y="4426347"/>
                  </a:lnTo>
                  <a:lnTo>
                    <a:pt x="2981001" y="4420393"/>
                  </a:lnTo>
                  <a:lnTo>
                    <a:pt x="2973843" y="4414440"/>
                  </a:lnTo>
                  <a:lnTo>
                    <a:pt x="2967083" y="4407297"/>
                  </a:lnTo>
                  <a:lnTo>
                    <a:pt x="2961515" y="4399359"/>
                  </a:lnTo>
                  <a:lnTo>
                    <a:pt x="2956345" y="4391421"/>
                  </a:lnTo>
                  <a:lnTo>
                    <a:pt x="2952369" y="4382690"/>
                  </a:lnTo>
                  <a:lnTo>
                    <a:pt x="2948790" y="4373562"/>
                  </a:lnTo>
                  <a:lnTo>
                    <a:pt x="2946801" y="4364037"/>
                  </a:lnTo>
                  <a:lnTo>
                    <a:pt x="2945608" y="4359275"/>
                  </a:lnTo>
                  <a:lnTo>
                    <a:pt x="2945211" y="4354115"/>
                  </a:lnTo>
                  <a:lnTo>
                    <a:pt x="2944813" y="4348956"/>
                  </a:lnTo>
                  <a:lnTo>
                    <a:pt x="2944813" y="4344193"/>
                  </a:lnTo>
                  <a:lnTo>
                    <a:pt x="2944813" y="4339034"/>
                  </a:lnTo>
                  <a:lnTo>
                    <a:pt x="2945211" y="4334271"/>
                  </a:lnTo>
                  <a:lnTo>
                    <a:pt x="2945608" y="4329112"/>
                  </a:lnTo>
                  <a:lnTo>
                    <a:pt x="2946801" y="4324349"/>
                  </a:lnTo>
                  <a:lnTo>
                    <a:pt x="2948790" y="4314824"/>
                  </a:lnTo>
                  <a:lnTo>
                    <a:pt x="2952369" y="4305299"/>
                  </a:lnTo>
                  <a:lnTo>
                    <a:pt x="2956345" y="4296568"/>
                  </a:lnTo>
                  <a:lnTo>
                    <a:pt x="2961515" y="4289027"/>
                  </a:lnTo>
                  <a:lnTo>
                    <a:pt x="2967083" y="4281090"/>
                  </a:lnTo>
                  <a:lnTo>
                    <a:pt x="2973843" y="4273946"/>
                  </a:lnTo>
                  <a:lnTo>
                    <a:pt x="2981001" y="4267596"/>
                  </a:lnTo>
                  <a:lnTo>
                    <a:pt x="2988557" y="4262040"/>
                  </a:lnTo>
                  <a:lnTo>
                    <a:pt x="2996908" y="4256881"/>
                  </a:lnTo>
                  <a:lnTo>
                    <a:pt x="3005259" y="4252912"/>
                  </a:lnTo>
                  <a:lnTo>
                    <a:pt x="3014405" y="4249340"/>
                  </a:lnTo>
                  <a:lnTo>
                    <a:pt x="3023950" y="4246959"/>
                  </a:lnTo>
                  <a:lnTo>
                    <a:pt x="3028722" y="4246165"/>
                  </a:lnTo>
                  <a:lnTo>
                    <a:pt x="3033891" y="4245768"/>
                  </a:lnTo>
                  <a:lnTo>
                    <a:pt x="3038663" y="4245371"/>
                  </a:lnTo>
                  <a:lnTo>
                    <a:pt x="3043833" y="4244974"/>
                  </a:lnTo>
                  <a:close/>
                  <a:moveTo>
                    <a:pt x="3275806" y="3778249"/>
                  </a:moveTo>
                  <a:lnTo>
                    <a:pt x="3282157" y="3778249"/>
                  </a:lnTo>
                  <a:lnTo>
                    <a:pt x="3288507" y="3778249"/>
                  </a:lnTo>
                  <a:lnTo>
                    <a:pt x="3294460" y="3779043"/>
                  </a:lnTo>
                  <a:lnTo>
                    <a:pt x="3300810" y="3779440"/>
                  </a:lnTo>
                  <a:lnTo>
                    <a:pt x="3306763" y="3780631"/>
                  </a:lnTo>
                  <a:lnTo>
                    <a:pt x="3313113" y="3781821"/>
                  </a:lnTo>
                  <a:lnTo>
                    <a:pt x="3318669" y="3783806"/>
                  </a:lnTo>
                  <a:lnTo>
                    <a:pt x="3324622" y="3785790"/>
                  </a:lnTo>
                  <a:lnTo>
                    <a:pt x="3329782" y="3787774"/>
                  </a:lnTo>
                  <a:lnTo>
                    <a:pt x="3335338" y="3790156"/>
                  </a:lnTo>
                  <a:lnTo>
                    <a:pt x="3340894" y="3793331"/>
                  </a:lnTo>
                  <a:lnTo>
                    <a:pt x="3345657" y="3796109"/>
                  </a:lnTo>
                  <a:lnTo>
                    <a:pt x="3350816" y="3799284"/>
                  </a:lnTo>
                  <a:lnTo>
                    <a:pt x="3355579" y="3802856"/>
                  </a:lnTo>
                  <a:lnTo>
                    <a:pt x="3360341" y="3806427"/>
                  </a:lnTo>
                  <a:lnTo>
                    <a:pt x="3364707" y="3810396"/>
                  </a:lnTo>
                  <a:lnTo>
                    <a:pt x="3369072" y="3814365"/>
                  </a:lnTo>
                  <a:lnTo>
                    <a:pt x="3373041" y="3818731"/>
                  </a:lnTo>
                  <a:lnTo>
                    <a:pt x="3377010" y="3823096"/>
                  </a:lnTo>
                  <a:lnTo>
                    <a:pt x="3380582" y="3827859"/>
                  </a:lnTo>
                  <a:lnTo>
                    <a:pt x="3384154" y="3832621"/>
                  </a:lnTo>
                  <a:lnTo>
                    <a:pt x="3387329" y="3837781"/>
                  </a:lnTo>
                  <a:lnTo>
                    <a:pt x="3390107" y="3842543"/>
                  </a:lnTo>
                  <a:lnTo>
                    <a:pt x="3393282" y="3848099"/>
                  </a:lnTo>
                  <a:lnTo>
                    <a:pt x="3395663" y="3853656"/>
                  </a:lnTo>
                  <a:lnTo>
                    <a:pt x="3397647" y="3858815"/>
                  </a:lnTo>
                  <a:lnTo>
                    <a:pt x="3399235" y="3864768"/>
                  </a:lnTo>
                  <a:lnTo>
                    <a:pt x="3401219" y="3870324"/>
                  </a:lnTo>
                  <a:lnTo>
                    <a:pt x="3402807" y="3876278"/>
                  </a:lnTo>
                  <a:lnTo>
                    <a:pt x="3403601" y="3882628"/>
                  </a:lnTo>
                  <a:lnTo>
                    <a:pt x="3404394" y="3888978"/>
                  </a:lnTo>
                  <a:lnTo>
                    <a:pt x="3404791" y="3894931"/>
                  </a:lnTo>
                  <a:lnTo>
                    <a:pt x="3405188" y="3901281"/>
                  </a:lnTo>
                  <a:lnTo>
                    <a:pt x="3404791" y="3907631"/>
                  </a:lnTo>
                  <a:lnTo>
                    <a:pt x="3404394" y="3913584"/>
                  </a:lnTo>
                  <a:lnTo>
                    <a:pt x="3403601" y="3919934"/>
                  </a:lnTo>
                  <a:lnTo>
                    <a:pt x="3402807" y="3926284"/>
                  </a:lnTo>
                  <a:lnTo>
                    <a:pt x="3401219" y="3931840"/>
                  </a:lnTo>
                  <a:lnTo>
                    <a:pt x="3399235" y="3937793"/>
                  </a:lnTo>
                  <a:lnTo>
                    <a:pt x="3397647" y="3943746"/>
                  </a:lnTo>
                  <a:lnTo>
                    <a:pt x="3395663" y="3948906"/>
                  </a:lnTo>
                  <a:lnTo>
                    <a:pt x="3393282" y="3954462"/>
                  </a:lnTo>
                  <a:lnTo>
                    <a:pt x="3390107" y="3960018"/>
                  </a:lnTo>
                  <a:lnTo>
                    <a:pt x="3387329" y="3964781"/>
                  </a:lnTo>
                  <a:lnTo>
                    <a:pt x="3384154" y="3969940"/>
                  </a:lnTo>
                  <a:lnTo>
                    <a:pt x="3380582" y="3974703"/>
                  </a:lnTo>
                  <a:lnTo>
                    <a:pt x="3377010" y="3979465"/>
                  </a:lnTo>
                  <a:lnTo>
                    <a:pt x="3373041" y="3983831"/>
                  </a:lnTo>
                  <a:lnTo>
                    <a:pt x="3369072" y="3988197"/>
                  </a:lnTo>
                  <a:lnTo>
                    <a:pt x="3364707" y="3992165"/>
                  </a:lnTo>
                  <a:lnTo>
                    <a:pt x="3360341" y="3996134"/>
                  </a:lnTo>
                  <a:lnTo>
                    <a:pt x="3355579" y="3999706"/>
                  </a:lnTo>
                  <a:lnTo>
                    <a:pt x="3350816" y="4002881"/>
                  </a:lnTo>
                  <a:lnTo>
                    <a:pt x="3345657" y="4006453"/>
                  </a:lnTo>
                  <a:lnTo>
                    <a:pt x="3340894" y="4009231"/>
                  </a:lnTo>
                  <a:lnTo>
                    <a:pt x="3335338" y="4012009"/>
                  </a:lnTo>
                  <a:lnTo>
                    <a:pt x="3329782" y="4014787"/>
                  </a:lnTo>
                  <a:lnTo>
                    <a:pt x="3324622" y="4016772"/>
                  </a:lnTo>
                  <a:lnTo>
                    <a:pt x="3318669" y="4018756"/>
                  </a:lnTo>
                  <a:lnTo>
                    <a:pt x="3313113" y="4020343"/>
                  </a:lnTo>
                  <a:lnTo>
                    <a:pt x="3306763" y="4021534"/>
                  </a:lnTo>
                  <a:lnTo>
                    <a:pt x="3300810" y="4023122"/>
                  </a:lnTo>
                  <a:lnTo>
                    <a:pt x="3294460" y="4023518"/>
                  </a:lnTo>
                  <a:lnTo>
                    <a:pt x="3288507" y="4024312"/>
                  </a:lnTo>
                  <a:lnTo>
                    <a:pt x="3282157" y="4024312"/>
                  </a:lnTo>
                  <a:lnTo>
                    <a:pt x="3275806" y="4024312"/>
                  </a:lnTo>
                  <a:lnTo>
                    <a:pt x="3269853" y="4023518"/>
                  </a:lnTo>
                  <a:lnTo>
                    <a:pt x="3263503" y="4023122"/>
                  </a:lnTo>
                  <a:lnTo>
                    <a:pt x="3257153" y="4021534"/>
                  </a:lnTo>
                  <a:lnTo>
                    <a:pt x="3251597" y="4020343"/>
                  </a:lnTo>
                  <a:lnTo>
                    <a:pt x="3245644" y="4018756"/>
                  </a:lnTo>
                  <a:lnTo>
                    <a:pt x="3239691" y="4016772"/>
                  </a:lnTo>
                  <a:lnTo>
                    <a:pt x="3234531" y="4014787"/>
                  </a:lnTo>
                  <a:lnTo>
                    <a:pt x="3228578" y="4012009"/>
                  </a:lnTo>
                  <a:lnTo>
                    <a:pt x="3223419" y="4009231"/>
                  </a:lnTo>
                  <a:lnTo>
                    <a:pt x="3218259" y="4006453"/>
                  </a:lnTo>
                  <a:lnTo>
                    <a:pt x="3213100" y="4002881"/>
                  </a:lnTo>
                  <a:lnTo>
                    <a:pt x="3208734" y="3999706"/>
                  </a:lnTo>
                  <a:lnTo>
                    <a:pt x="3203972" y="3996134"/>
                  </a:lnTo>
                  <a:lnTo>
                    <a:pt x="3199606" y="3992165"/>
                  </a:lnTo>
                  <a:lnTo>
                    <a:pt x="3195241" y="3988197"/>
                  </a:lnTo>
                  <a:lnTo>
                    <a:pt x="3191272" y="3983831"/>
                  </a:lnTo>
                  <a:lnTo>
                    <a:pt x="3186906" y="3979465"/>
                  </a:lnTo>
                  <a:lnTo>
                    <a:pt x="3183731" y="3974703"/>
                  </a:lnTo>
                  <a:lnTo>
                    <a:pt x="3180159" y="3969940"/>
                  </a:lnTo>
                  <a:lnTo>
                    <a:pt x="3176984" y="3964781"/>
                  </a:lnTo>
                  <a:lnTo>
                    <a:pt x="3174206" y="3960018"/>
                  </a:lnTo>
                  <a:lnTo>
                    <a:pt x="3171428" y="3954462"/>
                  </a:lnTo>
                  <a:lnTo>
                    <a:pt x="3168650" y="3948906"/>
                  </a:lnTo>
                  <a:lnTo>
                    <a:pt x="3166666" y="3943746"/>
                  </a:lnTo>
                  <a:lnTo>
                    <a:pt x="3164681" y="3937793"/>
                  </a:lnTo>
                  <a:lnTo>
                    <a:pt x="3163094" y="3931840"/>
                  </a:lnTo>
                  <a:lnTo>
                    <a:pt x="3161506" y="3926284"/>
                  </a:lnTo>
                  <a:lnTo>
                    <a:pt x="3160316" y="3919934"/>
                  </a:lnTo>
                  <a:lnTo>
                    <a:pt x="3159522" y="3913584"/>
                  </a:lnTo>
                  <a:lnTo>
                    <a:pt x="3159125" y="3907631"/>
                  </a:lnTo>
                  <a:lnTo>
                    <a:pt x="3159125" y="3901281"/>
                  </a:lnTo>
                  <a:lnTo>
                    <a:pt x="3159125" y="3894931"/>
                  </a:lnTo>
                  <a:lnTo>
                    <a:pt x="3159522" y="3888978"/>
                  </a:lnTo>
                  <a:lnTo>
                    <a:pt x="3160316" y="3882628"/>
                  </a:lnTo>
                  <a:lnTo>
                    <a:pt x="3161506" y="3876278"/>
                  </a:lnTo>
                  <a:lnTo>
                    <a:pt x="3163094" y="3870324"/>
                  </a:lnTo>
                  <a:lnTo>
                    <a:pt x="3164681" y="3864768"/>
                  </a:lnTo>
                  <a:lnTo>
                    <a:pt x="3166666" y="3858815"/>
                  </a:lnTo>
                  <a:lnTo>
                    <a:pt x="3168650" y="3853656"/>
                  </a:lnTo>
                  <a:lnTo>
                    <a:pt x="3171428" y="3848099"/>
                  </a:lnTo>
                  <a:lnTo>
                    <a:pt x="3174206" y="3842543"/>
                  </a:lnTo>
                  <a:lnTo>
                    <a:pt x="3176984" y="3837781"/>
                  </a:lnTo>
                  <a:lnTo>
                    <a:pt x="3180159" y="3832621"/>
                  </a:lnTo>
                  <a:lnTo>
                    <a:pt x="3183731" y="3827859"/>
                  </a:lnTo>
                  <a:lnTo>
                    <a:pt x="3186906" y="3823096"/>
                  </a:lnTo>
                  <a:lnTo>
                    <a:pt x="3191272" y="3818731"/>
                  </a:lnTo>
                  <a:lnTo>
                    <a:pt x="3195241" y="3814365"/>
                  </a:lnTo>
                  <a:lnTo>
                    <a:pt x="3199606" y="3810396"/>
                  </a:lnTo>
                  <a:lnTo>
                    <a:pt x="3203972" y="3806427"/>
                  </a:lnTo>
                  <a:lnTo>
                    <a:pt x="3208734" y="3802856"/>
                  </a:lnTo>
                  <a:lnTo>
                    <a:pt x="3213100" y="3799284"/>
                  </a:lnTo>
                  <a:lnTo>
                    <a:pt x="3218259" y="3796109"/>
                  </a:lnTo>
                  <a:lnTo>
                    <a:pt x="3223419" y="3793331"/>
                  </a:lnTo>
                  <a:lnTo>
                    <a:pt x="3228578" y="3790156"/>
                  </a:lnTo>
                  <a:lnTo>
                    <a:pt x="3234531" y="3787774"/>
                  </a:lnTo>
                  <a:lnTo>
                    <a:pt x="3239691" y="3785790"/>
                  </a:lnTo>
                  <a:lnTo>
                    <a:pt x="3245644" y="3783806"/>
                  </a:lnTo>
                  <a:lnTo>
                    <a:pt x="3251597" y="3781821"/>
                  </a:lnTo>
                  <a:lnTo>
                    <a:pt x="3257153" y="3780631"/>
                  </a:lnTo>
                  <a:lnTo>
                    <a:pt x="3263503" y="3779440"/>
                  </a:lnTo>
                  <a:lnTo>
                    <a:pt x="3269853" y="3779043"/>
                  </a:lnTo>
                  <a:lnTo>
                    <a:pt x="3275806" y="3778249"/>
                  </a:lnTo>
                  <a:close/>
                  <a:moveTo>
                    <a:pt x="2616002" y="3617912"/>
                  </a:moveTo>
                  <a:lnTo>
                    <a:pt x="2627501" y="3618310"/>
                  </a:lnTo>
                  <a:lnTo>
                    <a:pt x="2638603" y="3619106"/>
                  </a:lnTo>
                  <a:lnTo>
                    <a:pt x="2650103" y="3620300"/>
                  </a:lnTo>
                  <a:lnTo>
                    <a:pt x="2660809" y="3622688"/>
                  </a:lnTo>
                  <a:lnTo>
                    <a:pt x="2671515" y="3625075"/>
                  </a:lnTo>
                  <a:lnTo>
                    <a:pt x="2682221" y="3627861"/>
                  </a:lnTo>
                  <a:lnTo>
                    <a:pt x="2692134" y="3631840"/>
                  </a:lnTo>
                  <a:lnTo>
                    <a:pt x="2702840" y="3635422"/>
                  </a:lnTo>
                  <a:lnTo>
                    <a:pt x="2712356" y="3640197"/>
                  </a:lnTo>
                  <a:lnTo>
                    <a:pt x="2722269" y="3644972"/>
                  </a:lnTo>
                  <a:lnTo>
                    <a:pt x="2731389" y="3650543"/>
                  </a:lnTo>
                  <a:lnTo>
                    <a:pt x="2740509" y="3656114"/>
                  </a:lnTo>
                  <a:lnTo>
                    <a:pt x="2749233" y="3662481"/>
                  </a:lnTo>
                  <a:lnTo>
                    <a:pt x="2757560" y="3669246"/>
                  </a:lnTo>
                  <a:lnTo>
                    <a:pt x="2765490" y="3676011"/>
                  </a:lnTo>
                  <a:lnTo>
                    <a:pt x="2773421" y="3683174"/>
                  </a:lnTo>
                  <a:lnTo>
                    <a:pt x="2780558" y="3691133"/>
                  </a:lnTo>
                  <a:lnTo>
                    <a:pt x="2787299" y="3699092"/>
                  </a:lnTo>
                  <a:lnTo>
                    <a:pt x="2794040" y="3707448"/>
                  </a:lnTo>
                  <a:lnTo>
                    <a:pt x="2800384" y="3716203"/>
                  </a:lnTo>
                  <a:lnTo>
                    <a:pt x="2805935" y="3725355"/>
                  </a:lnTo>
                  <a:lnTo>
                    <a:pt x="2811487" y="3734906"/>
                  </a:lnTo>
                  <a:lnTo>
                    <a:pt x="2816245" y="3744456"/>
                  </a:lnTo>
                  <a:lnTo>
                    <a:pt x="2821003" y="3754007"/>
                  </a:lnTo>
                  <a:lnTo>
                    <a:pt x="2824572" y="3764751"/>
                  </a:lnTo>
                  <a:lnTo>
                    <a:pt x="2828537" y="3775098"/>
                  </a:lnTo>
                  <a:lnTo>
                    <a:pt x="2831313" y="3785444"/>
                  </a:lnTo>
                  <a:lnTo>
                    <a:pt x="2833692" y="3796188"/>
                  </a:lnTo>
                  <a:lnTo>
                    <a:pt x="2835674" y="3806933"/>
                  </a:lnTo>
                  <a:lnTo>
                    <a:pt x="2837260" y="3818473"/>
                  </a:lnTo>
                  <a:lnTo>
                    <a:pt x="2838053" y="3829615"/>
                  </a:lnTo>
                  <a:lnTo>
                    <a:pt x="2838450" y="3841155"/>
                  </a:lnTo>
                  <a:lnTo>
                    <a:pt x="2838053" y="3852297"/>
                  </a:lnTo>
                  <a:lnTo>
                    <a:pt x="2837260" y="3864236"/>
                  </a:lnTo>
                  <a:lnTo>
                    <a:pt x="2835674" y="3874980"/>
                  </a:lnTo>
                  <a:lnTo>
                    <a:pt x="2833692" y="3886122"/>
                  </a:lnTo>
                  <a:lnTo>
                    <a:pt x="2831313" y="3896866"/>
                  </a:lnTo>
                  <a:lnTo>
                    <a:pt x="2828537" y="3907611"/>
                  </a:lnTo>
                  <a:lnTo>
                    <a:pt x="2824572" y="3917957"/>
                  </a:lnTo>
                  <a:lnTo>
                    <a:pt x="2821003" y="3927906"/>
                  </a:lnTo>
                  <a:lnTo>
                    <a:pt x="2816245" y="3937854"/>
                  </a:lnTo>
                  <a:lnTo>
                    <a:pt x="2811487" y="3947405"/>
                  </a:lnTo>
                  <a:lnTo>
                    <a:pt x="2805935" y="3956557"/>
                  </a:lnTo>
                  <a:lnTo>
                    <a:pt x="2800384" y="3965710"/>
                  </a:lnTo>
                  <a:lnTo>
                    <a:pt x="2794040" y="3974464"/>
                  </a:lnTo>
                  <a:lnTo>
                    <a:pt x="2787299" y="3982821"/>
                  </a:lnTo>
                  <a:lnTo>
                    <a:pt x="2780558" y="3991178"/>
                  </a:lnTo>
                  <a:lnTo>
                    <a:pt x="2773421" y="3998738"/>
                  </a:lnTo>
                  <a:lnTo>
                    <a:pt x="2765490" y="4006299"/>
                  </a:lnTo>
                  <a:lnTo>
                    <a:pt x="2757560" y="4013064"/>
                  </a:lnTo>
                  <a:lnTo>
                    <a:pt x="2749233" y="4019829"/>
                  </a:lnTo>
                  <a:lnTo>
                    <a:pt x="2740509" y="4026196"/>
                  </a:lnTo>
                  <a:lnTo>
                    <a:pt x="2731389" y="4032165"/>
                  </a:lnTo>
                  <a:lnTo>
                    <a:pt x="2722269" y="4037338"/>
                  </a:lnTo>
                  <a:lnTo>
                    <a:pt x="2712356" y="4042114"/>
                  </a:lnTo>
                  <a:lnTo>
                    <a:pt x="2702840" y="4046491"/>
                  </a:lnTo>
                  <a:lnTo>
                    <a:pt x="2692134" y="4050868"/>
                  </a:lnTo>
                  <a:lnTo>
                    <a:pt x="2682221" y="4054052"/>
                  </a:lnTo>
                  <a:lnTo>
                    <a:pt x="2671515" y="4056837"/>
                  </a:lnTo>
                  <a:lnTo>
                    <a:pt x="2660809" y="4059623"/>
                  </a:lnTo>
                  <a:lnTo>
                    <a:pt x="2650103" y="4061613"/>
                  </a:lnTo>
                  <a:lnTo>
                    <a:pt x="2638603" y="4062806"/>
                  </a:lnTo>
                  <a:lnTo>
                    <a:pt x="2627501" y="4063602"/>
                  </a:lnTo>
                  <a:lnTo>
                    <a:pt x="2616002" y="4064000"/>
                  </a:lnTo>
                  <a:lnTo>
                    <a:pt x="2604503" y="4063602"/>
                  </a:lnTo>
                  <a:lnTo>
                    <a:pt x="2593400" y="4062806"/>
                  </a:lnTo>
                  <a:lnTo>
                    <a:pt x="2582297" y="4061613"/>
                  </a:lnTo>
                  <a:lnTo>
                    <a:pt x="2571195" y="4059623"/>
                  </a:lnTo>
                  <a:lnTo>
                    <a:pt x="2560489" y="4056837"/>
                  </a:lnTo>
                  <a:lnTo>
                    <a:pt x="2549783" y="4054052"/>
                  </a:lnTo>
                  <a:lnTo>
                    <a:pt x="2539473" y="4050868"/>
                  </a:lnTo>
                  <a:lnTo>
                    <a:pt x="2529560" y="4046491"/>
                  </a:lnTo>
                  <a:lnTo>
                    <a:pt x="2519647" y="4042114"/>
                  </a:lnTo>
                  <a:lnTo>
                    <a:pt x="2510131" y="4037338"/>
                  </a:lnTo>
                  <a:lnTo>
                    <a:pt x="2501011" y="4032165"/>
                  </a:lnTo>
                  <a:lnTo>
                    <a:pt x="2491891" y="4026196"/>
                  </a:lnTo>
                  <a:lnTo>
                    <a:pt x="2483167" y="4019829"/>
                  </a:lnTo>
                  <a:lnTo>
                    <a:pt x="2474841" y="4013064"/>
                  </a:lnTo>
                  <a:lnTo>
                    <a:pt x="2466514" y="4006299"/>
                  </a:lnTo>
                  <a:lnTo>
                    <a:pt x="2458980" y="3998738"/>
                  </a:lnTo>
                  <a:lnTo>
                    <a:pt x="2451446" y="3991178"/>
                  </a:lnTo>
                  <a:lnTo>
                    <a:pt x="2444308" y="3982821"/>
                  </a:lnTo>
                  <a:lnTo>
                    <a:pt x="2437964" y="3974464"/>
                  </a:lnTo>
                  <a:lnTo>
                    <a:pt x="2431620" y="3965710"/>
                  </a:lnTo>
                  <a:lnTo>
                    <a:pt x="2425672" y="3956557"/>
                  </a:lnTo>
                  <a:lnTo>
                    <a:pt x="2420914" y="3947405"/>
                  </a:lnTo>
                  <a:lnTo>
                    <a:pt x="2415759" y="3937854"/>
                  </a:lnTo>
                  <a:lnTo>
                    <a:pt x="2411397" y="3927906"/>
                  </a:lnTo>
                  <a:lnTo>
                    <a:pt x="2407035" y="3917957"/>
                  </a:lnTo>
                  <a:lnTo>
                    <a:pt x="2403863" y="3907611"/>
                  </a:lnTo>
                  <a:lnTo>
                    <a:pt x="2400691" y="3896866"/>
                  </a:lnTo>
                  <a:lnTo>
                    <a:pt x="2398312" y="3886122"/>
                  </a:lnTo>
                  <a:lnTo>
                    <a:pt x="2396329" y="3874980"/>
                  </a:lnTo>
                  <a:lnTo>
                    <a:pt x="2395140" y="3864236"/>
                  </a:lnTo>
                  <a:lnTo>
                    <a:pt x="2394347" y="3852297"/>
                  </a:lnTo>
                  <a:lnTo>
                    <a:pt x="2393950" y="3841155"/>
                  </a:lnTo>
                  <a:lnTo>
                    <a:pt x="2394347" y="3829615"/>
                  </a:lnTo>
                  <a:lnTo>
                    <a:pt x="2395140" y="3818473"/>
                  </a:lnTo>
                  <a:lnTo>
                    <a:pt x="2396329" y="3806933"/>
                  </a:lnTo>
                  <a:lnTo>
                    <a:pt x="2398312" y="3796188"/>
                  </a:lnTo>
                  <a:lnTo>
                    <a:pt x="2400691" y="3785444"/>
                  </a:lnTo>
                  <a:lnTo>
                    <a:pt x="2403863" y="3775098"/>
                  </a:lnTo>
                  <a:lnTo>
                    <a:pt x="2407035" y="3764751"/>
                  </a:lnTo>
                  <a:lnTo>
                    <a:pt x="2411397" y="3754007"/>
                  </a:lnTo>
                  <a:lnTo>
                    <a:pt x="2415759" y="3744456"/>
                  </a:lnTo>
                  <a:lnTo>
                    <a:pt x="2420914" y="3734906"/>
                  </a:lnTo>
                  <a:lnTo>
                    <a:pt x="2425672" y="3725355"/>
                  </a:lnTo>
                  <a:lnTo>
                    <a:pt x="2431620" y="3716203"/>
                  </a:lnTo>
                  <a:lnTo>
                    <a:pt x="2437964" y="3707448"/>
                  </a:lnTo>
                  <a:lnTo>
                    <a:pt x="2444308" y="3699092"/>
                  </a:lnTo>
                  <a:lnTo>
                    <a:pt x="2451446" y="3691133"/>
                  </a:lnTo>
                  <a:lnTo>
                    <a:pt x="2458980" y="3683174"/>
                  </a:lnTo>
                  <a:lnTo>
                    <a:pt x="2466514" y="3676011"/>
                  </a:lnTo>
                  <a:lnTo>
                    <a:pt x="2474841" y="3669246"/>
                  </a:lnTo>
                  <a:lnTo>
                    <a:pt x="2483167" y="3662481"/>
                  </a:lnTo>
                  <a:lnTo>
                    <a:pt x="2491891" y="3656114"/>
                  </a:lnTo>
                  <a:lnTo>
                    <a:pt x="2501011" y="3650543"/>
                  </a:lnTo>
                  <a:lnTo>
                    <a:pt x="2510131" y="3644972"/>
                  </a:lnTo>
                  <a:lnTo>
                    <a:pt x="2519647" y="3640197"/>
                  </a:lnTo>
                  <a:lnTo>
                    <a:pt x="2529560" y="3635422"/>
                  </a:lnTo>
                  <a:lnTo>
                    <a:pt x="2539473" y="3631840"/>
                  </a:lnTo>
                  <a:lnTo>
                    <a:pt x="2549783" y="3627861"/>
                  </a:lnTo>
                  <a:lnTo>
                    <a:pt x="2560489" y="3625075"/>
                  </a:lnTo>
                  <a:lnTo>
                    <a:pt x="2571195" y="3622688"/>
                  </a:lnTo>
                  <a:lnTo>
                    <a:pt x="2582297" y="3620300"/>
                  </a:lnTo>
                  <a:lnTo>
                    <a:pt x="2593400" y="3619106"/>
                  </a:lnTo>
                  <a:lnTo>
                    <a:pt x="2604503" y="3618310"/>
                  </a:lnTo>
                  <a:lnTo>
                    <a:pt x="2616002" y="3617912"/>
                  </a:lnTo>
                  <a:close/>
                  <a:moveTo>
                    <a:pt x="2187774" y="3414712"/>
                  </a:moveTo>
                  <a:lnTo>
                    <a:pt x="2193738" y="3415107"/>
                  </a:lnTo>
                  <a:lnTo>
                    <a:pt x="2199303" y="3415502"/>
                  </a:lnTo>
                  <a:lnTo>
                    <a:pt x="2204869" y="3415897"/>
                  </a:lnTo>
                  <a:lnTo>
                    <a:pt x="2210833" y="3417081"/>
                  </a:lnTo>
                  <a:lnTo>
                    <a:pt x="2216001" y="3418265"/>
                  </a:lnTo>
                  <a:lnTo>
                    <a:pt x="2221567" y="3419845"/>
                  </a:lnTo>
                  <a:lnTo>
                    <a:pt x="2227133" y="3421819"/>
                  </a:lnTo>
                  <a:lnTo>
                    <a:pt x="2231904" y="3423793"/>
                  </a:lnTo>
                  <a:lnTo>
                    <a:pt x="2237470" y="3425767"/>
                  </a:lnTo>
                  <a:lnTo>
                    <a:pt x="2241843" y="3428530"/>
                  </a:lnTo>
                  <a:lnTo>
                    <a:pt x="2247011" y="3431294"/>
                  </a:lnTo>
                  <a:lnTo>
                    <a:pt x="2251384" y="3434058"/>
                  </a:lnTo>
                  <a:lnTo>
                    <a:pt x="2256155" y="3437611"/>
                  </a:lnTo>
                  <a:lnTo>
                    <a:pt x="2260131" y="3440769"/>
                  </a:lnTo>
                  <a:lnTo>
                    <a:pt x="2264504" y="3443928"/>
                  </a:lnTo>
                  <a:lnTo>
                    <a:pt x="2268480" y="3448271"/>
                  </a:lnTo>
                  <a:lnTo>
                    <a:pt x="2272455" y="3451824"/>
                  </a:lnTo>
                  <a:lnTo>
                    <a:pt x="2275636" y="3456167"/>
                  </a:lnTo>
                  <a:lnTo>
                    <a:pt x="2278816" y="3460115"/>
                  </a:lnTo>
                  <a:lnTo>
                    <a:pt x="2282395" y="3464853"/>
                  </a:lnTo>
                  <a:lnTo>
                    <a:pt x="2285178" y="3469195"/>
                  </a:lnTo>
                  <a:lnTo>
                    <a:pt x="2288358" y="3474328"/>
                  </a:lnTo>
                  <a:lnTo>
                    <a:pt x="2290743" y="3479065"/>
                  </a:lnTo>
                  <a:lnTo>
                    <a:pt x="2292731" y="3484198"/>
                  </a:lnTo>
                  <a:lnTo>
                    <a:pt x="2294719" y="3488936"/>
                  </a:lnTo>
                  <a:lnTo>
                    <a:pt x="2296707" y="3494463"/>
                  </a:lnTo>
                  <a:lnTo>
                    <a:pt x="2298297" y="3499990"/>
                  </a:lnTo>
                  <a:lnTo>
                    <a:pt x="2299490" y="3505123"/>
                  </a:lnTo>
                  <a:lnTo>
                    <a:pt x="2300683" y="3511045"/>
                  </a:lnTo>
                  <a:lnTo>
                    <a:pt x="2301478" y="3516967"/>
                  </a:lnTo>
                  <a:lnTo>
                    <a:pt x="2301875" y="3522494"/>
                  </a:lnTo>
                  <a:lnTo>
                    <a:pt x="2301875" y="3528416"/>
                  </a:lnTo>
                  <a:lnTo>
                    <a:pt x="2301875" y="3534338"/>
                  </a:lnTo>
                  <a:lnTo>
                    <a:pt x="2301478" y="3539866"/>
                  </a:lnTo>
                  <a:lnTo>
                    <a:pt x="2300683" y="3545393"/>
                  </a:lnTo>
                  <a:lnTo>
                    <a:pt x="2299490" y="3550920"/>
                  </a:lnTo>
                  <a:lnTo>
                    <a:pt x="2298297" y="3556447"/>
                  </a:lnTo>
                  <a:lnTo>
                    <a:pt x="2296707" y="3561975"/>
                  </a:lnTo>
                  <a:lnTo>
                    <a:pt x="2294719" y="3567107"/>
                  </a:lnTo>
                  <a:lnTo>
                    <a:pt x="2292731" y="3572634"/>
                  </a:lnTo>
                  <a:lnTo>
                    <a:pt x="2290743" y="3577372"/>
                  </a:lnTo>
                  <a:lnTo>
                    <a:pt x="2288358" y="3582504"/>
                  </a:lnTo>
                  <a:lnTo>
                    <a:pt x="2285178" y="3587242"/>
                  </a:lnTo>
                  <a:lnTo>
                    <a:pt x="2282395" y="3591585"/>
                  </a:lnTo>
                  <a:lnTo>
                    <a:pt x="2278816" y="3596323"/>
                  </a:lnTo>
                  <a:lnTo>
                    <a:pt x="2275636" y="3600271"/>
                  </a:lnTo>
                  <a:lnTo>
                    <a:pt x="2272455" y="3604614"/>
                  </a:lnTo>
                  <a:lnTo>
                    <a:pt x="2268480" y="3608562"/>
                  </a:lnTo>
                  <a:lnTo>
                    <a:pt x="2264504" y="3612115"/>
                  </a:lnTo>
                  <a:lnTo>
                    <a:pt x="2260131" y="3615668"/>
                  </a:lnTo>
                  <a:lnTo>
                    <a:pt x="2256155" y="3619221"/>
                  </a:lnTo>
                  <a:lnTo>
                    <a:pt x="2251384" y="3622380"/>
                  </a:lnTo>
                  <a:lnTo>
                    <a:pt x="2247011" y="3625143"/>
                  </a:lnTo>
                  <a:lnTo>
                    <a:pt x="2241843" y="3627907"/>
                  </a:lnTo>
                  <a:lnTo>
                    <a:pt x="2237470" y="3630276"/>
                  </a:lnTo>
                  <a:lnTo>
                    <a:pt x="2231904" y="3633040"/>
                  </a:lnTo>
                  <a:lnTo>
                    <a:pt x="2227133" y="3634619"/>
                  </a:lnTo>
                  <a:lnTo>
                    <a:pt x="2221567" y="3636593"/>
                  </a:lnTo>
                  <a:lnTo>
                    <a:pt x="2216001" y="3637777"/>
                  </a:lnTo>
                  <a:lnTo>
                    <a:pt x="2210833" y="3639751"/>
                  </a:lnTo>
                  <a:lnTo>
                    <a:pt x="2204869" y="3640541"/>
                  </a:lnTo>
                  <a:lnTo>
                    <a:pt x="2199303" y="3641330"/>
                  </a:lnTo>
                  <a:lnTo>
                    <a:pt x="2193738" y="3641725"/>
                  </a:lnTo>
                  <a:lnTo>
                    <a:pt x="2187774" y="3641725"/>
                  </a:lnTo>
                  <a:lnTo>
                    <a:pt x="2181413" y="3641725"/>
                  </a:lnTo>
                  <a:lnTo>
                    <a:pt x="2175847" y="3641330"/>
                  </a:lnTo>
                  <a:lnTo>
                    <a:pt x="2170281" y="3640541"/>
                  </a:lnTo>
                  <a:lnTo>
                    <a:pt x="2164715" y="3639751"/>
                  </a:lnTo>
                  <a:lnTo>
                    <a:pt x="2159149" y="3637777"/>
                  </a:lnTo>
                  <a:lnTo>
                    <a:pt x="2153583" y="3636593"/>
                  </a:lnTo>
                  <a:lnTo>
                    <a:pt x="2148415" y="3634619"/>
                  </a:lnTo>
                  <a:lnTo>
                    <a:pt x="2143247" y="3633040"/>
                  </a:lnTo>
                  <a:lnTo>
                    <a:pt x="2138476" y="3630276"/>
                  </a:lnTo>
                  <a:lnTo>
                    <a:pt x="2133308" y="3627907"/>
                  </a:lnTo>
                  <a:lnTo>
                    <a:pt x="2128139" y="3625143"/>
                  </a:lnTo>
                  <a:lnTo>
                    <a:pt x="2123766" y="3622380"/>
                  </a:lnTo>
                  <a:lnTo>
                    <a:pt x="2118995" y="3619221"/>
                  </a:lnTo>
                  <a:lnTo>
                    <a:pt x="2115020" y="3615668"/>
                  </a:lnTo>
                  <a:lnTo>
                    <a:pt x="2110646" y="3612115"/>
                  </a:lnTo>
                  <a:lnTo>
                    <a:pt x="2106671" y="3608562"/>
                  </a:lnTo>
                  <a:lnTo>
                    <a:pt x="2103093" y="3604614"/>
                  </a:lnTo>
                  <a:lnTo>
                    <a:pt x="2099515" y="3600271"/>
                  </a:lnTo>
                  <a:lnTo>
                    <a:pt x="2096334" y="3596323"/>
                  </a:lnTo>
                  <a:lnTo>
                    <a:pt x="2092756" y="3591585"/>
                  </a:lnTo>
                  <a:lnTo>
                    <a:pt x="2089973" y="3587242"/>
                  </a:lnTo>
                  <a:lnTo>
                    <a:pt x="2087190" y="3582504"/>
                  </a:lnTo>
                  <a:lnTo>
                    <a:pt x="2084805" y="3577372"/>
                  </a:lnTo>
                  <a:lnTo>
                    <a:pt x="2082419" y="3572634"/>
                  </a:lnTo>
                  <a:lnTo>
                    <a:pt x="2080431" y="3567107"/>
                  </a:lnTo>
                  <a:lnTo>
                    <a:pt x="2078444" y="3561975"/>
                  </a:lnTo>
                  <a:lnTo>
                    <a:pt x="2077251" y="3556447"/>
                  </a:lnTo>
                  <a:lnTo>
                    <a:pt x="2076058" y="3550920"/>
                  </a:lnTo>
                  <a:lnTo>
                    <a:pt x="2074468" y="3545393"/>
                  </a:lnTo>
                  <a:lnTo>
                    <a:pt x="2073673" y="3539866"/>
                  </a:lnTo>
                  <a:lnTo>
                    <a:pt x="2073275" y="3534338"/>
                  </a:lnTo>
                  <a:lnTo>
                    <a:pt x="2073275" y="3528416"/>
                  </a:lnTo>
                  <a:lnTo>
                    <a:pt x="2073275" y="3522494"/>
                  </a:lnTo>
                  <a:lnTo>
                    <a:pt x="2073673" y="3516967"/>
                  </a:lnTo>
                  <a:lnTo>
                    <a:pt x="2074468" y="3511045"/>
                  </a:lnTo>
                  <a:lnTo>
                    <a:pt x="2076058" y="3505123"/>
                  </a:lnTo>
                  <a:lnTo>
                    <a:pt x="2077251" y="3499990"/>
                  </a:lnTo>
                  <a:lnTo>
                    <a:pt x="2078444" y="3494463"/>
                  </a:lnTo>
                  <a:lnTo>
                    <a:pt x="2080431" y="3488936"/>
                  </a:lnTo>
                  <a:lnTo>
                    <a:pt x="2082419" y="3484198"/>
                  </a:lnTo>
                  <a:lnTo>
                    <a:pt x="2084805" y="3479065"/>
                  </a:lnTo>
                  <a:lnTo>
                    <a:pt x="2087190" y="3474328"/>
                  </a:lnTo>
                  <a:lnTo>
                    <a:pt x="2089973" y="3469195"/>
                  </a:lnTo>
                  <a:lnTo>
                    <a:pt x="2092756" y="3464853"/>
                  </a:lnTo>
                  <a:lnTo>
                    <a:pt x="2096334" y="3460115"/>
                  </a:lnTo>
                  <a:lnTo>
                    <a:pt x="2099515" y="3456167"/>
                  </a:lnTo>
                  <a:lnTo>
                    <a:pt x="2103093" y="3451824"/>
                  </a:lnTo>
                  <a:lnTo>
                    <a:pt x="2106671" y="3448271"/>
                  </a:lnTo>
                  <a:lnTo>
                    <a:pt x="2110646" y="3443928"/>
                  </a:lnTo>
                  <a:lnTo>
                    <a:pt x="2115020" y="3440769"/>
                  </a:lnTo>
                  <a:lnTo>
                    <a:pt x="2118995" y="3437611"/>
                  </a:lnTo>
                  <a:lnTo>
                    <a:pt x="2123766" y="3434058"/>
                  </a:lnTo>
                  <a:lnTo>
                    <a:pt x="2128139" y="3431294"/>
                  </a:lnTo>
                  <a:lnTo>
                    <a:pt x="2133308" y="3428530"/>
                  </a:lnTo>
                  <a:lnTo>
                    <a:pt x="2138476" y="3425767"/>
                  </a:lnTo>
                  <a:lnTo>
                    <a:pt x="2143247" y="3423793"/>
                  </a:lnTo>
                  <a:lnTo>
                    <a:pt x="2148415" y="3421819"/>
                  </a:lnTo>
                  <a:lnTo>
                    <a:pt x="2153583" y="3419845"/>
                  </a:lnTo>
                  <a:lnTo>
                    <a:pt x="2159149" y="3418265"/>
                  </a:lnTo>
                  <a:lnTo>
                    <a:pt x="2164715" y="3417081"/>
                  </a:lnTo>
                  <a:lnTo>
                    <a:pt x="2170281" y="3415897"/>
                  </a:lnTo>
                  <a:lnTo>
                    <a:pt x="2175847" y="3415502"/>
                  </a:lnTo>
                  <a:lnTo>
                    <a:pt x="2181413" y="3415107"/>
                  </a:lnTo>
                  <a:lnTo>
                    <a:pt x="2187774" y="3414712"/>
                  </a:lnTo>
                  <a:close/>
                  <a:moveTo>
                    <a:pt x="2877146" y="3217862"/>
                  </a:moveTo>
                  <a:lnTo>
                    <a:pt x="2885867" y="3218259"/>
                  </a:lnTo>
                  <a:lnTo>
                    <a:pt x="2894191" y="3219051"/>
                  </a:lnTo>
                  <a:lnTo>
                    <a:pt x="2902515" y="3219844"/>
                  </a:lnTo>
                  <a:lnTo>
                    <a:pt x="2910840" y="3221430"/>
                  </a:lnTo>
                  <a:lnTo>
                    <a:pt x="2918768" y="3223412"/>
                  </a:lnTo>
                  <a:lnTo>
                    <a:pt x="2926696" y="3225394"/>
                  </a:lnTo>
                  <a:lnTo>
                    <a:pt x="2934624" y="3228169"/>
                  </a:lnTo>
                  <a:lnTo>
                    <a:pt x="2942156" y="3230943"/>
                  </a:lnTo>
                  <a:lnTo>
                    <a:pt x="2949291" y="3234511"/>
                  </a:lnTo>
                  <a:lnTo>
                    <a:pt x="2956426" y="3238079"/>
                  </a:lnTo>
                  <a:lnTo>
                    <a:pt x="2963561" y="3242043"/>
                  </a:lnTo>
                  <a:lnTo>
                    <a:pt x="2970300" y="3246403"/>
                  </a:lnTo>
                  <a:lnTo>
                    <a:pt x="2976643" y="3251160"/>
                  </a:lnTo>
                  <a:lnTo>
                    <a:pt x="2982985" y="3255917"/>
                  </a:lnTo>
                  <a:lnTo>
                    <a:pt x="2988931" y="3261070"/>
                  </a:lnTo>
                  <a:lnTo>
                    <a:pt x="2994481" y="3266620"/>
                  </a:lnTo>
                  <a:lnTo>
                    <a:pt x="3000030" y="3272169"/>
                  </a:lnTo>
                  <a:lnTo>
                    <a:pt x="3005580" y="3278512"/>
                  </a:lnTo>
                  <a:lnTo>
                    <a:pt x="3010337" y="3284458"/>
                  </a:lnTo>
                  <a:lnTo>
                    <a:pt x="3015093" y="3291196"/>
                  </a:lnTo>
                  <a:lnTo>
                    <a:pt x="3019057" y="3297935"/>
                  </a:lnTo>
                  <a:lnTo>
                    <a:pt x="3023418" y="3305070"/>
                  </a:lnTo>
                  <a:lnTo>
                    <a:pt x="3026986" y="3312206"/>
                  </a:lnTo>
                  <a:lnTo>
                    <a:pt x="3030553" y="3319341"/>
                  </a:lnTo>
                  <a:lnTo>
                    <a:pt x="3033328" y="3326873"/>
                  </a:lnTo>
                  <a:lnTo>
                    <a:pt x="3035706" y="3334404"/>
                  </a:lnTo>
                  <a:lnTo>
                    <a:pt x="3038085" y="3342332"/>
                  </a:lnTo>
                  <a:lnTo>
                    <a:pt x="3040067" y="3350657"/>
                  </a:lnTo>
                  <a:lnTo>
                    <a:pt x="3041652" y="3358585"/>
                  </a:lnTo>
                  <a:lnTo>
                    <a:pt x="3042445" y="3366909"/>
                  </a:lnTo>
                  <a:lnTo>
                    <a:pt x="3043238" y="3375630"/>
                  </a:lnTo>
                  <a:lnTo>
                    <a:pt x="3043238" y="3383954"/>
                  </a:lnTo>
                  <a:lnTo>
                    <a:pt x="3043238" y="3392675"/>
                  </a:lnTo>
                  <a:lnTo>
                    <a:pt x="3042445" y="3401000"/>
                  </a:lnTo>
                  <a:lnTo>
                    <a:pt x="3041652" y="3408928"/>
                  </a:lnTo>
                  <a:lnTo>
                    <a:pt x="3040067" y="3417252"/>
                  </a:lnTo>
                  <a:lnTo>
                    <a:pt x="3038085" y="3425180"/>
                  </a:lnTo>
                  <a:lnTo>
                    <a:pt x="3035706" y="3433108"/>
                  </a:lnTo>
                  <a:lnTo>
                    <a:pt x="3033328" y="3441036"/>
                  </a:lnTo>
                  <a:lnTo>
                    <a:pt x="3030553" y="3448568"/>
                  </a:lnTo>
                  <a:lnTo>
                    <a:pt x="3026986" y="3456100"/>
                  </a:lnTo>
                  <a:lnTo>
                    <a:pt x="3023418" y="3463235"/>
                  </a:lnTo>
                  <a:lnTo>
                    <a:pt x="3019057" y="3469974"/>
                  </a:lnTo>
                  <a:lnTo>
                    <a:pt x="3015093" y="3476712"/>
                  </a:lnTo>
                  <a:lnTo>
                    <a:pt x="3010337" y="3483451"/>
                  </a:lnTo>
                  <a:lnTo>
                    <a:pt x="3005580" y="3489794"/>
                  </a:lnTo>
                  <a:lnTo>
                    <a:pt x="3000030" y="3495343"/>
                  </a:lnTo>
                  <a:lnTo>
                    <a:pt x="2994481" y="3501289"/>
                  </a:lnTo>
                  <a:lnTo>
                    <a:pt x="2988931" y="3506442"/>
                  </a:lnTo>
                  <a:lnTo>
                    <a:pt x="2982985" y="3511992"/>
                  </a:lnTo>
                  <a:lnTo>
                    <a:pt x="2976643" y="3517145"/>
                  </a:lnTo>
                  <a:lnTo>
                    <a:pt x="2970300" y="3521506"/>
                  </a:lnTo>
                  <a:lnTo>
                    <a:pt x="2963561" y="3525866"/>
                  </a:lnTo>
                  <a:lnTo>
                    <a:pt x="2956426" y="3529830"/>
                  </a:lnTo>
                  <a:lnTo>
                    <a:pt x="2949291" y="3533794"/>
                  </a:lnTo>
                  <a:lnTo>
                    <a:pt x="2942156" y="3536965"/>
                  </a:lnTo>
                  <a:lnTo>
                    <a:pt x="2934624" y="3539740"/>
                  </a:lnTo>
                  <a:lnTo>
                    <a:pt x="2926696" y="3542515"/>
                  </a:lnTo>
                  <a:lnTo>
                    <a:pt x="2918768" y="3544893"/>
                  </a:lnTo>
                  <a:lnTo>
                    <a:pt x="2910840" y="3546479"/>
                  </a:lnTo>
                  <a:lnTo>
                    <a:pt x="2902515" y="3548065"/>
                  </a:lnTo>
                  <a:lnTo>
                    <a:pt x="2894191" y="3548857"/>
                  </a:lnTo>
                  <a:lnTo>
                    <a:pt x="2885867" y="3549650"/>
                  </a:lnTo>
                  <a:lnTo>
                    <a:pt x="2877146" y="3549650"/>
                  </a:lnTo>
                  <a:lnTo>
                    <a:pt x="2868821" y="3549650"/>
                  </a:lnTo>
                  <a:lnTo>
                    <a:pt x="2860101" y="3548857"/>
                  </a:lnTo>
                  <a:lnTo>
                    <a:pt x="2851776" y="3548065"/>
                  </a:lnTo>
                  <a:lnTo>
                    <a:pt x="2843848" y="3546479"/>
                  </a:lnTo>
                  <a:lnTo>
                    <a:pt x="2835524" y="3544893"/>
                  </a:lnTo>
                  <a:lnTo>
                    <a:pt x="2827992" y="3542515"/>
                  </a:lnTo>
                  <a:lnTo>
                    <a:pt x="2820460" y="3539740"/>
                  </a:lnTo>
                  <a:lnTo>
                    <a:pt x="2812929" y="3536965"/>
                  </a:lnTo>
                  <a:lnTo>
                    <a:pt x="2805397" y="3533794"/>
                  </a:lnTo>
                  <a:lnTo>
                    <a:pt x="2798262" y="3529830"/>
                  </a:lnTo>
                  <a:lnTo>
                    <a:pt x="2791127" y="3525866"/>
                  </a:lnTo>
                  <a:lnTo>
                    <a:pt x="2784784" y="3521506"/>
                  </a:lnTo>
                  <a:lnTo>
                    <a:pt x="2778045" y="3517145"/>
                  </a:lnTo>
                  <a:lnTo>
                    <a:pt x="2771703" y="3511992"/>
                  </a:lnTo>
                  <a:lnTo>
                    <a:pt x="2766153" y="3506442"/>
                  </a:lnTo>
                  <a:lnTo>
                    <a:pt x="2760207" y="3501289"/>
                  </a:lnTo>
                  <a:lnTo>
                    <a:pt x="2754261" y="3495343"/>
                  </a:lnTo>
                  <a:lnTo>
                    <a:pt x="2749505" y="3489794"/>
                  </a:lnTo>
                  <a:lnTo>
                    <a:pt x="2744351" y="3483451"/>
                  </a:lnTo>
                  <a:lnTo>
                    <a:pt x="2739991" y="3476712"/>
                  </a:lnTo>
                  <a:lnTo>
                    <a:pt x="2735234" y="3469974"/>
                  </a:lnTo>
                  <a:lnTo>
                    <a:pt x="2731666" y="3463235"/>
                  </a:lnTo>
                  <a:lnTo>
                    <a:pt x="2727702" y="3456100"/>
                  </a:lnTo>
                  <a:lnTo>
                    <a:pt x="2724531" y="3448568"/>
                  </a:lnTo>
                  <a:lnTo>
                    <a:pt x="2721756" y="3441036"/>
                  </a:lnTo>
                  <a:lnTo>
                    <a:pt x="2718982" y="3433108"/>
                  </a:lnTo>
                  <a:lnTo>
                    <a:pt x="2716603" y="3425180"/>
                  </a:lnTo>
                  <a:lnTo>
                    <a:pt x="2715018" y="3417252"/>
                  </a:lnTo>
                  <a:lnTo>
                    <a:pt x="2713432" y="3408928"/>
                  </a:lnTo>
                  <a:lnTo>
                    <a:pt x="2712639" y="3401000"/>
                  </a:lnTo>
                  <a:lnTo>
                    <a:pt x="2711450" y="3392675"/>
                  </a:lnTo>
                  <a:lnTo>
                    <a:pt x="2711450" y="3383954"/>
                  </a:lnTo>
                  <a:lnTo>
                    <a:pt x="2711450" y="3375630"/>
                  </a:lnTo>
                  <a:lnTo>
                    <a:pt x="2712639" y="3366909"/>
                  </a:lnTo>
                  <a:lnTo>
                    <a:pt x="2713432" y="3358585"/>
                  </a:lnTo>
                  <a:lnTo>
                    <a:pt x="2715018" y="3350657"/>
                  </a:lnTo>
                  <a:lnTo>
                    <a:pt x="2716603" y="3342332"/>
                  </a:lnTo>
                  <a:lnTo>
                    <a:pt x="2718982" y="3334404"/>
                  </a:lnTo>
                  <a:lnTo>
                    <a:pt x="2721756" y="3326873"/>
                  </a:lnTo>
                  <a:lnTo>
                    <a:pt x="2724531" y="3319341"/>
                  </a:lnTo>
                  <a:lnTo>
                    <a:pt x="2727702" y="3312206"/>
                  </a:lnTo>
                  <a:lnTo>
                    <a:pt x="2731666" y="3305070"/>
                  </a:lnTo>
                  <a:lnTo>
                    <a:pt x="2735234" y="3297935"/>
                  </a:lnTo>
                  <a:lnTo>
                    <a:pt x="2739991" y="3291196"/>
                  </a:lnTo>
                  <a:lnTo>
                    <a:pt x="2744351" y="3284458"/>
                  </a:lnTo>
                  <a:lnTo>
                    <a:pt x="2749505" y="3278512"/>
                  </a:lnTo>
                  <a:lnTo>
                    <a:pt x="2754261" y="3272169"/>
                  </a:lnTo>
                  <a:lnTo>
                    <a:pt x="2760207" y="3266620"/>
                  </a:lnTo>
                  <a:lnTo>
                    <a:pt x="2766153" y="3261070"/>
                  </a:lnTo>
                  <a:lnTo>
                    <a:pt x="2771703" y="3255917"/>
                  </a:lnTo>
                  <a:lnTo>
                    <a:pt x="2778045" y="3251160"/>
                  </a:lnTo>
                  <a:lnTo>
                    <a:pt x="2784784" y="3246403"/>
                  </a:lnTo>
                  <a:lnTo>
                    <a:pt x="2791127" y="3242043"/>
                  </a:lnTo>
                  <a:lnTo>
                    <a:pt x="2798262" y="3238079"/>
                  </a:lnTo>
                  <a:lnTo>
                    <a:pt x="2805397" y="3234511"/>
                  </a:lnTo>
                  <a:lnTo>
                    <a:pt x="2812929" y="3230943"/>
                  </a:lnTo>
                  <a:lnTo>
                    <a:pt x="2820460" y="3228169"/>
                  </a:lnTo>
                  <a:lnTo>
                    <a:pt x="2827992" y="3225394"/>
                  </a:lnTo>
                  <a:lnTo>
                    <a:pt x="2835524" y="3223412"/>
                  </a:lnTo>
                  <a:lnTo>
                    <a:pt x="2843848" y="3221430"/>
                  </a:lnTo>
                  <a:lnTo>
                    <a:pt x="2851776" y="3219844"/>
                  </a:lnTo>
                  <a:lnTo>
                    <a:pt x="2860101" y="3219051"/>
                  </a:lnTo>
                  <a:lnTo>
                    <a:pt x="2868821" y="3218259"/>
                  </a:lnTo>
                  <a:lnTo>
                    <a:pt x="2877146" y="3217862"/>
                  </a:lnTo>
                  <a:close/>
                  <a:moveTo>
                    <a:pt x="1341242" y="3000374"/>
                  </a:moveTo>
                  <a:lnTo>
                    <a:pt x="410762" y="4429560"/>
                  </a:lnTo>
                  <a:lnTo>
                    <a:pt x="409572" y="4434325"/>
                  </a:lnTo>
                  <a:lnTo>
                    <a:pt x="406794" y="4447826"/>
                  </a:lnTo>
                  <a:lnTo>
                    <a:pt x="404414" y="4458151"/>
                  </a:lnTo>
                  <a:lnTo>
                    <a:pt x="402430" y="4469667"/>
                  </a:lnTo>
                  <a:lnTo>
                    <a:pt x="400446" y="4483169"/>
                  </a:lnTo>
                  <a:lnTo>
                    <a:pt x="398859" y="4498259"/>
                  </a:lnTo>
                  <a:lnTo>
                    <a:pt x="396875" y="4514937"/>
                  </a:lnTo>
                  <a:lnTo>
                    <a:pt x="395287" y="4533204"/>
                  </a:lnTo>
                  <a:lnTo>
                    <a:pt x="394097" y="4552265"/>
                  </a:lnTo>
                  <a:lnTo>
                    <a:pt x="393700" y="4572915"/>
                  </a:lnTo>
                  <a:lnTo>
                    <a:pt x="394097" y="4594359"/>
                  </a:lnTo>
                  <a:lnTo>
                    <a:pt x="394891" y="4616597"/>
                  </a:lnTo>
                  <a:lnTo>
                    <a:pt x="397271" y="4640026"/>
                  </a:lnTo>
                  <a:lnTo>
                    <a:pt x="400049" y="4664249"/>
                  </a:lnTo>
                  <a:lnTo>
                    <a:pt x="401636" y="4676162"/>
                  </a:lnTo>
                  <a:lnTo>
                    <a:pt x="403620" y="4688870"/>
                  </a:lnTo>
                  <a:lnTo>
                    <a:pt x="406398" y="4701180"/>
                  </a:lnTo>
                  <a:lnTo>
                    <a:pt x="409175" y="4713490"/>
                  </a:lnTo>
                  <a:lnTo>
                    <a:pt x="412350" y="4726198"/>
                  </a:lnTo>
                  <a:lnTo>
                    <a:pt x="415921" y="4738905"/>
                  </a:lnTo>
                  <a:lnTo>
                    <a:pt x="419492" y="4752010"/>
                  </a:lnTo>
                  <a:lnTo>
                    <a:pt x="423857" y="4764320"/>
                  </a:lnTo>
                  <a:lnTo>
                    <a:pt x="428221" y="4777425"/>
                  </a:lnTo>
                  <a:lnTo>
                    <a:pt x="433380" y="4790132"/>
                  </a:lnTo>
                  <a:lnTo>
                    <a:pt x="438538" y="4802839"/>
                  </a:lnTo>
                  <a:lnTo>
                    <a:pt x="444887" y="4815944"/>
                  </a:lnTo>
                  <a:lnTo>
                    <a:pt x="451235" y="4828254"/>
                  </a:lnTo>
                  <a:lnTo>
                    <a:pt x="457584" y="4841359"/>
                  </a:lnTo>
                  <a:lnTo>
                    <a:pt x="464726" y="4853669"/>
                  </a:lnTo>
                  <a:lnTo>
                    <a:pt x="472662" y="4866773"/>
                  </a:lnTo>
                  <a:lnTo>
                    <a:pt x="480995" y="4879084"/>
                  </a:lnTo>
                  <a:lnTo>
                    <a:pt x="489724" y="4891394"/>
                  </a:lnTo>
                  <a:lnTo>
                    <a:pt x="498850" y="4903704"/>
                  </a:lnTo>
                  <a:lnTo>
                    <a:pt x="508770" y="4915618"/>
                  </a:lnTo>
                  <a:lnTo>
                    <a:pt x="519087" y="4927531"/>
                  </a:lnTo>
                  <a:lnTo>
                    <a:pt x="530197" y="4939444"/>
                  </a:lnTo>
                  <a:lnTo>
                    <a:pt x="541704" y="4950960"/>
                  </a:lnTo>
                  <a:lnTo>
                    <a:pt x="553608" y="4962476"/>
                  </a:lnTo>
                  <a:lnTo>
                    <a:pt x="566702" y="4973992"/>
                  </a:lnTo>
                  <a:lnTo>
                    <a:pt x="579796" y="4984714"/>
                  </a:lnTo>
                  <a:lnTo>
                    <a:pt x="594081" y="4995436"/>
                  </a:lnTo>
                  <a:lnTo>
                    <a:pt x="609159" y="5005761"/>
                  </a:lnTo>
                  <a:lnTo>
                    <a:pt x="624237" y="5016085"/>
                  </a:lnTo>
                  <a:lnTo>
                    <a:pt x="640109" y="5026410"/>
                  </a:lnTo>
                  <a:lnTo>
                    <a:pt x="657171" y="5035941"/>
                  </a:lnTo>
                  <a:lnTo>
                    <a:pt x="674630" y="5045074"/>
                  </a:lnTo>
                  <a:lnTo>
                    <a:pt x="3954917" y="5045074"/>
                  </a:lnTo>
                  <a:lnTo>
                    <a:pt x="3972376" y="5035941"/>
                  </a:lnTo>
                  <a:lnTo>
                    <a:pt x="3989041" y="5026410"/>
                  </a:lnTo>
                  <a:lnTo>
                    <a:pt x="4005310" y="5016085"/>
                  </a:lnTo>
                  <a:lnTo>
                    <a:pt x="4020785" y="5005761"/>
                  </a:lnTo>
                  <a:lnTo>
                    <a:pt x="4035069" y="4995436"/>
                  </a:lnTo>
                  <a:lnTo>
                    <a:pt x="4049354" y="4984714"/>
                  </a:lnTo>
                  <a:lnTo>
                    <a:pt x="4062448" y="4973992"/>
                  </a:lnTo>
                  <a:lnTo>
                    <a:pt x="4075543" y="4962476"/>
                  </a:lnTo>
                  <a:lnTo>
                    <a:pt x="4087446" y="4950960"/>
                  </a:lnTo>
                  <a:lnTo>
                    <a:pt x="4098953" y="4939444"/>
                  </a:lnTo>
                  <a:lnTo>
                    <a:pt x="4110063" y="4927531"/>
                  </a:lnTo>
                  <a:lnTo>
                    <a:pt x="4120777" y="4915618"/>
                  </a:lnTo>
                  <a:lnTo>
                    <a:pt x="4130300" y="4903704"/>
                  </a:lnTo>
                  <a:lnTo>
                    <a:pt x="4139823" y="4891394"/>
                  </a:lnTo>
                  <a:lnTo>
                    <a:pt x="4148552" y="4879084"/>
                  </a:lnTo>
                  <a:lnTo>
                    <a:pt x="4156488" y="4866773"/>
                  </a:lnTo>
                  <a:lnTo>
                    <a:pt x="4164424" y="4853669"/>
                  </a:lnTo>
                  <a:lnTo>
                    <a:pt x="4171566" y="4841359"/>
                  </a:lnTo>
                  <a:lnTo>
                    <a:pt x="4178312" y="4828254"/>
                  </a:lnTo>
                  <a:lnTo>
                    <a:pt x="4184661" y="4815944"/>
                  </a:lnTo>
                  <a:lnTo>
                    <a:pt x="4190613" y="4802839"/>
                  </a:lnTo>
                  <a:lnTo>
                    <a:pt x="4195771" y="4790132"/>
                  </a:lnTo>
                  <a:lnTo>
                    <a:pt x="4200929" y="4777425"/>
                  </a:lnTo>
                  <a:lnTo>
                    <a:pt x="4205294" y="4764320"/>
                  </a:lnTo>
                  <a:lnTo>
                    <a:pt x="4209659" y="4752010"/>
                  </a:lnTo>
                  <a:lnTo>
                    <a:pt x="4213627" y="4738905"/>
                  </a:lnTo>
                  <a:lnTo>
                    <a:pt x="4217197" y="4726198"/>
                  </a:lnTo>
                  <a:lnTo>
                    <a:pt x="4219975" y="4713490"/>
                  </a:lnTo>
                  <a:lnTo>
                    <a:pt x="4222753" y="4701180"/>
                  </a:lnTo>
                  <a:lnTo>
                    <a:pt x="4225530" y="4688870"/>
                  </a:lnTo>
                  <a:lnTo>
                    <a:pt x="4227514" y="4676162"/>
                  </a:lnTo>
                  <a:lnTo>
                    <a:pt x="4229498" y="4664249"/>
                  </a:lnTo>
                  <a:lnTo>
                    <a:pt x="4232673" y="4640026"/>
                  </a:lnTo>
                  <a:lnTo>
                    <a:pt x="4234259" y="4616597"/>
                  </a:lnTo>
                  <a:lnTo>
                    <a:pt x="4235450" y="4594359"/>
                  </a:lnTo>
                  <a:lnTo>
                    <a:pt x="4235450" y="4572915"/>
                  </a:lnTo>
                  <a:lnTo>
                    <a:pt x="4235053" y="4552265"/>
                  </a:lnTo>
                  <a:lnTo>
                    <a:pt x="4234259" y="4533204"/>
                  </a:lnTo>
                  <a:lnTo>
                    <a:pt x="4232673" y="4514937"/>
                  </a:lnTo>
                  <a:lnTo>
                    <a:pt x="4230689" y="4498259"/>
                  </a:lnTo>
                  <a:lnTo>
                    <a:pt x="4228705" y="4483169"/>
                  </a:lnTo>
                  <a:lnTo>
                    <a:pt x="4226721" y="4469667"/>
                  </a:lnTo>
                  <a:lnTo>
                    <a:pt x="4224737" y="4458151"/>
                  </a:lnTo>
                  <a:lnTo>
                    <a:pt x="4222356" y="4447826"/>
                  </a:lnTo>
                  <a:lnTo>
                    <a:pt x="4219578" y="4434325"/>
                  </a:lnTo>
                  <a:lnTo>
                    <a:pt x="4218388" y="4429560"/>
                  </a:lnTo>
                  <a:lnTo>
                    <a:pt x="3282826" y="3000490"/>
                  </a:lnTo>
                  <a:lnTo>
                    <a:pt x="3282951" y="3001367"/>
                  </a:lnTo>
                  <a:lnTo>
                    <a:pt x="3282554" y="3003754"/>
                  </a:lnTo>
                  <a:lnTo>
                    <a:pt x="3281761" y="3006140"/>
                  </a:lnTo>
                  <a:lnTo>
                    <a:pt x="3280173" y="3008526"/>
                  </a:lnTo>
                  <a:lnTo>
                    <a:pt x="3278189" y="3010913"/>
                  </a:lnTo>
                  <a:lnTo>
                    <a:pt x="3275015" y="3013299"/>
                  </a:lnTo>
                  <a:lnTo>
                    <a:pt x="3271841" y="3015685"/>
                  </a:lnTo>
                  <a:lnTo>
                    <a:pt x="3267476" y="3017674"/>
                  </a:lnTo>
                  <a:lnTo>
                    <a:pt x="3263111" y="3020458"/>
                  </a:lnTo>
                  <a:lnTo>
                    <a:pt x="3252398" y="3024832"/>
                  </a:lnTo>
                  <a:lnTo>
                    <a:pt x="3239304" y="3029605"/>
                  </a:lnTo>
                  <a:lnTo>
                    <a:pt x="3223829" y="3033582"/>
                  </a:lnTo>
                  <a:lnTo>
                    <a:pt x="3206370" y="3037957"/>
                  </a:lnTo>
                  <a:lnTo>
                    <a:pt x="3186927" y="3041934"/>
                  </a:lnTo>
                  <a:lnTo>
                    <a:pt x="3165897" y="3046309"/>
                  </a:lnTo>
                  <a:lnTo>
                    <a:pt x="3142486" y="3050286"/>
                  </a:lnTo>
                  <a:lnTo>
                    <a:pt x="3117091" y="3054263"/>
                  </a:lnTo>
                  <a:lnTo>
                    <a:pt x="3090109" y="3057843"/>
                  </a:lnTo>
                  <a:lnTo>
                    <a:pt x="3061143" y="3061024"/>
                  </a:lnTo>
                  <a:lnTo>
                    <a:pt x="3030987" y="3065001"/>
                  </a:lnTo>
                  <a:lnTo>
                    <a:pt x="2998847" y="3068183"/>
                  </a:lnTo>
                  <a:lnTo>
                    <a:pt x="2964722" y="3070967"/>
                  </a:lnTo>
                  <a:lnTo>
                    <a:pt x="2929804" y="3074149"/>
                  </a:lnTo>
                  <a:lnTo>
                    <a:pt x="2892903" y="3076933"/>
                  </a:lnTo>
                  <a:lnTo>
                    <a:pt x="2855207" y="3079319"/>
                  </a:lnTo>
                  <a:lnTo>
                    <a:pt x="2815528" y="3082103"/>
                  </a:lnTo>
                  <a:lnTo>
                    <a:pt x="2775055" y="3084489"/>
                  </a:lnTo>
                  <a:lnTo>
                    <a:pt x="2690141" y="3088069"/>
                  </a:lnTo>
                  <a:lnTo>
                    <a:pt x="2600862" y="3091648"/>
                  </a:lnTo>
                  <a:lnTo>
                    <a:pt x="2507615" y="3093637"/>
                  </a:lnTo>
                  <a:lnTo>
                    <a:pt x="2411195" y="3095227"/>
                  </a:lnTo>
                  <a:lnTo>
                    <a:pt x="2312393" y="3095625"/>
                  </a:lnTo>
                  <a:lnTo>
                    <a:pt x="2213195" y="3095227"/>
                  </a:lnTo>
                  <a:lnTo>
                    <a:pt x="2116774" y="3093637"/>
                  </a:lnTo>
                  <a:lnTo>
                    <a:pt x="2023924" y="3091648"/>
                  </a:lnTo>
                  <a:lnTo>
                    <a:pt x="1934645" y="3088069"/>
                  </a:lnTo>
                  <a:lnTo>
                    <a:pt x="1849731" y="3084489"/>
                  </a:lnTo>
                  <a:lnTo>
                    <a:pt x="1808862" y="3082103"/>
                  </a:lnTo>
                  <a:lnTo>
                    <a:pt x="1769579" y="3079319"/>
                  </a:lnTo>
                  <a:lnTo>
                    <a:pt x="1731884" y="3076933"/>
                  </a:lnTo>
                  <a:lnTo>
                    <a:pt x="1694982" y="3074149"/>
                  </a:lnTo>
                  <a:lnTo>
                    <a:pt x="1659667" y="3070967"/>
                  </a:lnTo>
                  <a:lnTo>
                    <a:pt x="1626336" y="3068183"/>
                  </a:lnTo>
                  <a:lnTo>
                    <a:pt x="1593799" y="3065001"/>
                  </a:lnTo>
                  <a:lnTo>
                    <a:pt x="1563643" y="3061024"/>
                  </a:lnTo>
                  <a:lnTo>
                    <a:pt x="1534677" y="3057843"/>
                  </a:lnTo>
                  <a:lnTo>
                    <a:pt x="1507298" y="3054263"/>
                  </a:lnTo>
                  <a:lnTo>
                    <a:pt x="1482300" y="3050286"/>
                  </a:lnTo>
                  <a:lnTo>
                    <a:pt x="1458889" y="3046309"/>
                  </a:lnTo>
                  <a:lnTo>
                    <a:pt x="1437462" y="3041934"/>
                  </a:lnTo>
                  <a:lnTo>
                    <a:pt x="1418019" y="3037957"/>
                  </a:lnTo>
                  <a:lnTo>
                    <a:pt x="1400561" y="3033582"/>
                  </a:lnTo>
                  <a:lnTo>
                    <a:pt x="1385086" y="3029605"/>
                  </a:lnTo>
                  <a:lnTo>
                    <a:pt x="1372388" y="3024832"/>
                  </a:lnTo>
                  <a:lnTo>
                    <a:pt x="1361675" y="3020458"/>
                  </a:lnTo>
                  <a:lnTo>
                    <a:pt x="1356913" y="3017674"/>
                  </a:lnTo>
                  <a:lnTo>
                    <a:pt x="1352945" y="3015685"/>
                  </a:lnTo>
                  <a:lnTo>
                    <a:pt x="1349374" y="3013299"/>
                  </a:lnTo>
                  <a:lnTo>
                    <a:pt x="1346597" y="3010913"/>
                  </a:lnTo>
                  <a:lnTo>
                    <a:pt x="1344613" y="3008526"/>
                  </a:lnTo>
                  <a:lnTo>
                    <a:pt x="1343025" y="3006140"/>
                  </a:lnTo>
                  <a:lnTo>
                    <a:pt x="1341835" y="3003754"/>
                  </a:lnTo>
                  <a:lnTo>
                    <a:pt x="1341438" y="3001367"/>
                  </a:lnTo>
                  <a:lnTo>
                    <a:pt x="1341580" y="3000374"/>
                  </a:lnTo>
                  <a:lnTo>
                    <a:pt x="1341242" y="3000374"/>
                  </a:lnTo>
                  <a:close/>
                  <a:moveTo>
                    <a:pt x="1717823" y="0"/>
                  </a:moveTo>
                  <a:lnTo>
                    <a:pt x="2909343" y="0"/>
                  </a:lnTo>
                  <a:lnTo>
                    <a:pt x="2919266" y="3571"/>
                  </a:lnTo>
                  <a:lnTo>
                    <a:pt x="2927601" y="6745"/>
                  </a:lnTo>
                  <a:lnTo>
                    <a:pt x="2935937" y="11110"/>
                  </a:lnTo>
                  <a:lnTo>
                    <a:pt x="2946653" y="15872"/>
                  </a:lnTo>
                  <a:lnTo>
                    <a:pt x="2959354" y="22618"/>
                  </a:lnTo>
                  <a:lnTo>
                    <a:pt x="2972849" y="30951"/>
                  </a:lnTo>
                  <a:lnTo>
                    <a:pt x="2987931" y="40871"/>
                  </a:lnTo>
                  <a:lnTo>
                    <a:pt x="2995870" y="46427"/>
                  </a:lnTo>
                  <a:lnTo>
                    <a:pt x="3003808" y="52776"/>
                  </a:lnTo>
                  <a:lnTo>
                    <a:pt x="3011349" y="58728"/>
                  </a:lnTo>
                  <a:lnTo>
                    <a:pt x="3019684" y="65474"/>
                  </a:lnTo>
                  <a:lnTo>
                    <a:pt x="3027623" y="72616"/>
                  </a:lnTo>
                  <a:lnTo>
                    <a:pt x="3035957" y="80553"/>
                  </a:lnTo>
                  <a:lnTo>
                    <a:pt x="3043896" y="88489"/>
                  </a:lnTo>
                  <a:lnTo>
                    <a:pt x="3051834" y="97219"/>
                  </a:lnTo>
                  <a:lnTo>
                    <a:pt x="3059375" y="105949"/>
                  </a:lnTo>
                  <a:lnTo>
                    <a:pt x="3066917" y="115472"/>
                  </a:lnTo>
                  <a:lnTo>
                    <a:pt x="3074458" y="125393"/>
                  </a:lnTo>
                  <a:lnTo>
                    <a:pt x="3080808" y="135313"/>
                  </a:lnTo>
                  <a:lnTo>
                    <a:pt x="3087556" y="146027"/>
                  </a:lnTo>
                  <a:lnTo>
                    <a:pt x="3093509" y="157536"/>
                  </a:lnTo>
                  <a:lnTo>
                    <a:pt x="3099066" y="169439"/>
                  </a:lnTo>
                  <a:lnTo>
                    <a:pt x="3104226" y="181344"/>
                  </a:lnTo>
                  <a:lnTo>
                    <a:pt x="3108592" y="194439"/>
                  </a:lnTo>
                  <a:lnTo>
                    <a:pt x="3112958" y="207534"/>
                  </a:lnTo>
                  <a:lnTo>
                    <a:pt x="3115339" y="217058"/>
                  </a:lnTo>
                  <a:lnTo>
                    <a:pt x="3117324" y="226581"/>
                  </a:lnTo>
                  <a:lnTo>
                    <a:pt x="3119309" y="236502"/>
                  </a:lnTo>
                  <a:lnTo>
                    <a:pt x="3120499" y="246025"/>
                  </a:lnTo>
                  <a:lnTo>
                    <a:pt x="3121690" y="256342"/>
                  </a:lnTo>
                  <a:lnTo>
                    <a:pt x="3122087" y="266263"/>
                  </a:lnTo>
                  <a:lnTo>
                    <a:pt x="3122484" y="276184"/>
                  </a:lnTo>
                  <a:lnTo>
                    <a:pt x="3122484" y="286103"/>
                  </a:lnTo>
                  <a:lnTo>
                    <a:pt x="3121690" y="296024"/>
                  </a:lnTo>
                  <a:lnTo>
                    <a:pt x="3121293" y="306341"/>
                  </a:lnTo>
                  <a:lnTo>
                    <a:pt x="3120102" y="316659"/>
                  </a:lnTo>
                  <a:lnTo>
                    <a:pt x="3118515" y="326976"/>
                  </a:lnTo>
                  <a:lnTo>
                    <a:pt x="3116530" y="337690"/>
                  </a:lnTo>
                  <a:lnTo>
                    <a:pt x="3114149" y="348007"/>
                  </a:lnTo>
                  <a:lnTo>
                    <a:pt x="3111767" y="358325"/>
                  </a:lnTo>
                  <a:lnTo>
                    <a:pt x="3108592" y="369039"/>
                  </a:lnTo>
                  <a:lnTo>
                    <a:pt x="3105417" y="379356"/>
                  </a:lnTo>
                  <a:lnTo>
                    <a:pt x="3101845" y="390466"/>
                  </a:lnTo>
                  <a:lnTo>
                    <a:pt x="3097479" y="401180"/>
                  </a:lnTo>
                  <a:lnTo>
                    <a:pt x="3093509" y="411894"/>
                  </a:lnTo>
                  <a:lnTo>
                    <a:pt x="3088747" y="422609"/>
                  </a:lnTo>
                  <a:lnTo>
                    <a:pt x="3083587" y="434116"/>
                  </a:lnTo>
                  <a:lnTo>
                    <a:pt x="3078030" y="444830"/>
                  </a:lnTo>
                  <a:lnTo>
                    <a:pt x="3072076" y="455940"/>
                  </a:lnTo>
                  <a:lnTo>
                    <a:pt x="3066123" y="466655"/>
                  </a:lnTo>
                  <a:lnTo>
                    <a:pt x="3059772" y="477766"/>
                  </a:lnTo>
                  <a:lnTo>
                    <a:pt x="3052628" y="489274"/>
                  </a:lnTo>
                  <a:lnTo>
                    <a:pt x="3045483" y="500781"/>
                  </a:lnTo>
                  <a:lnTo>
                    <a:pt x="3037942" y="511891"/>
                  </a:lnTo>
                  <a:lnTo>
                    <a:pt x="3030401" y="523400"/>
                  </a:lnTo>
                  <a:lnTo>
                    <a:pt x="3022066" y="534908"/>
                  </a:lnTo>
                  <a:lnTo>
                    <a:pt x="3013334" y="546415"/>
                  </a:lnTo>
                  <a:lnTo>
                    <a:pt x="3013334" y="2104709"/>
                  </a:lnTo>
                  <a:lnTo>
                    <a:pt x="4604543" y="4495920"/>
                  </a:lnTo>
                  <a:lnTo>
                    <a:pt x="4606527" y="4504649"/>
                  </a:lnTo>
                  <a:lnTo>
                    <a:pt x="4608511" y="4511792"/>
                  </a:lnTo>
                  <a:lnTo>
                    <a:pt x="4612481" y="4530046"/>
                  </a:lnTo>
                  <a:lnTo>
                    <a:pt x="4614862" y="4542744"/>
                  </a:lnTo>
                  <a:lnTo>
                    <a:pt x="4617243" y="4558220"/>
                  </a:lnTo>
                  <a:lnTo>
                    <a:pt x="4619625" y="4575679"/>
                  </a:lnTo>
                  <a:lnTo>
                    <a:pt x="4622403" y="4595123"/>
                  </a:lnTo>
                  <a:lnTo>
                    <a:pt x="4624387" y="4616948"/>
                  </a:lnTo>
                  <a:lnTo>
                    <a:pt x="4625975" y="4639964"/>
                  </a:lnTo>
                  <a:lnTo>
                    <a:pt x="4627166" y="4664963"/>
                  </a:lnTo>
                  <a:lnTo>
                    <a:pt x="4627563" y="4691153"/>
                  </a:lnTo>
                  <a:lnTo>
                    <a:pt x="4627166" y="4718533"/>
                  </a:lnTo>
                  <a:lnTo>
                    <a:pt x="4626373" y="4733215"/>
                  </a:lnTo>
                  <a:lnTo>
                    <a:pt x="4625579" y="4747501"/>
                  </a:lnTo>
                  <a:lnTo>
                    <a:pt x="4624387" y="4762183"/>
                  </a:lnTo>
                  <a:lnTo>
                    <a:pt x="4623197" y="4777262"/>
                  </a:lnTo>
                  <a:lnTo>
                    <a:pt x="4621213" y="4792341"/>
                  </a:lnTo>
                  <a:lnTo>
                    <a:pt x="4618831" y="4807817"/>
                  </a:lnTo>
                  <a:lnTo>
                    <a:pt x="4616449" y="4823689"/>
                  </a:lnTo>
                  <a:lnTo>
                    <a:pt x="4614068" y="4839562"/>
                  </a:lnTo>
                  <a:lnTo>
                    <a:pt x="4610496" y="4855038"/>
                  </a:lnTo>
                  <a:lnTo>
                    <a:pt x="4606923" y="4870910"/>
                  </a:lnTo>
                  <a:lnTo>
                    <a:pt x="4602557" y="4887180"/>
                  </a:lnTo>
                  <a:lnTo>
                    <a:pt x="4598191" y="4903449"/>
                  </a:lnTo>
                  <a:lnTo>
                    <a:pt x="4593032" y="4919719"/>
                  </a:lnTo>
                  <a:lnTo>
                    <a:pt x="4587872" y="4935988"/>
                  </a:lnTo>
                  <a:lnTo>
                    <a:pt x="4581919" y="4952257"/>
                  </a:lnTo>
                  <a:lnTo>
                    <a:pt x="4575171" y="4968527"/>
                  </a:lnTo>
                  <a:lnTo>
                    <a:pt x="4568821" y="4985193"/>
                  </a:lnTo>
                  <a:lnTo>
                    <a:pt x="4560883" y="5001463"/>
                  </a:lnTo>
                  <a:lnTo>
                    <a:pt x="4552944" y="5017732"/>
                  </a:lnTo>
                  <a:lnTo>
                    <a:pt x="4544212" y="5033605"/>
                  </a:lnTo>
                  <a:lnTo>
                    <a:pt x="4535083" y="5049874"/>
                  </a:lnTo>
                  <a:lnTo>
                    <a:pt x="4525161" y="5066144"/>
                  </a:lnTo>
                  <a:lnTo>
                    <a:pt x="4514047" y="5082016"/>
                  </a:lnTo>
                  <a:lnTo>
                    <a:pt x="4503331" y="5097889"/>
                  </a:lnTo>
                  <a:lnTo>
                    <a:pt x="4491423" y="5112968"/>
                  </a:lnTo>
                  <a:lnTo>
                    <a:pt x="4478722" y="5128444"/>
                  </a:lnTo>
                  <a:lnTo>
                    <a:pt x="4465624" y="5143919"/>
                  </a:lnTo>
                  <a:lnTo>
                    <a:pt x="4451335" y="5158998"/>
                  </a:lnTo>
                  <a:lnTo>
                    <a:pt x="4437047" y="5173681"/>
                  </a:lnTo>
                  <a:lnTo>
                    <a:pt x="4421171" y="5188363"/>
                  </a:lnTo>
                  <a:lnTo>
                    <a:pt x="4404897" y="5202251"/>
                  </a:lnTo>
                  <a:lnTo>
                    <a:pt x="4387830" y="5216537"/>
                  </a:lnTo>
                  <a:lnTo>
                    <a:pt x="4369969" y="5230028"/>
                  </a:lnTo>
                  <a:lnTo>
                    <a:pt x="4351315" y="5243520"/>
                  </a:lnTo>
                  <a:lnTo>
                    <a:pt x="4331865" y="5256615"/>
                  </a:lnTo>
                  <a:lnTo>
                    <a:pt x="4311227" y="5268916"/>
                  </a:lnTo>
                  <a:lnTo>
                    <a:pt x="4290191" y="5281218"/>
                  </a:lnTo>
                  <a:lnTo>
                    <a:pt x="4267963" y="5293122"/>
                  </a:lnTo>
                  <a:lnTo>
                    <a:pt x="4255659" y="5299074"/>
                  </a:lnTo>
                  <a:lnTo>
                    <a:pt x="371507" y="5299074"/>
                  </a:lnTo>
                  <a:lnTo>
                    <a:pt x="359600" y="5293122"/>
                  </a:lnTo>
                  <a:lnTo>
                    <a:pt x="337373" y="5281218"/>
                  </a:lnTo>
                  <a:lnTo>
                    <a:pt x="315940" y="5268916"/>
                  </a:lnTo>
                  <a:lnTo>
                    <a:pt x="295301" y="5256615"/>
                  </a:lnTo>
                  <a:lnTo>
                    <a:pt x="275852" y="5243520"/>
                  </a:lnTo>
                  <a:lnTo>
                    <a:pt x="257197" y="5230028"/>
                  </a:lnTo>
                  <a:lnTo>
                    <a:pt x="239336" y="5216537"/>
                  </a:lnTo>
                  <a:lnTo>
                    <a:pt x="222269" y="5202251"/>
                  </a:lnTo>
                  <a:lnTo>
                    <a:pt x="205996" y="5188363"/>
                  </a:lnTo>
                  <a:lnTo>
                    <a:pt x="190517" y="5173681"/>
                  </a:lnTo>
                  <a:lnTo>
                    <a:pt x="175831" y="5158998"/>
                  </a:lnTo>
                  <a:lnTo>
                    <a:pt x="161939" y="5143919"/>
                  </a:lnTo>
                  <a:lnTo>
                    <a:pt x="148841" y="5128444"/>
                  </a:lnTo>
                  <a:lnTo>
                    <a:pt x="135743" y="5112968"/>
                  </a:lnTo>
                  <a:lnTo>
                    <a:pt x="124233" y="5097889"/>
                  </a:lnTo>
                  <a:lnTo>
                    <a:pt x="113119" y="5082016"/>
                  </a:lnTo>
                  <a:lnTo>
                    <a:pt x="102403" y="5066144"/>
                  </a:lnTo>
                  <a:lnTo>
                    <a:pt x="92480" y="5049874"/>
                  </a:lnTo>
                  <a:lnTo>
                    <a:pt x="82954" y="5033605"/>
                  </a:lnTo>
                  <a:lnTo>
                    <a:pt x="74222" y="5017732"/>
                  </a:lnTo>
                  <a:lnTo>
                    <a:pt x="66284" y="5001463"/>
                  </a:lnTo>
                  <a:lnTo>
                    <a:pt x="59140" y="4985193"/>
                  </a:lnTo>
                  <a:lnTo>
                    <a:pt x="51995" y="4968527"/>
                  </a:lnTo>
                  <a:lnTo>
                    <a:pt x="45248" y="4952257"/>
                  </a:lnTo>
                  <a:lnTo>
                    <a:pt x="39294" y="4935988"/>
                  </a:lnTo>
                  <a:lnTo>
                    <a:pt x="34134" y="4919719"/>
                  </a:lnTo>
                  <a:lnTo>
                    <a:pt x="28975" y="4903449"/>
                  </a:lnTo>
                  <a:lnTo>
                    <a:pt x="24609" y="4887180"/>
                  </a:lnTo>
                  <a:lnTo>
                    <a:pt x="20243" y="4870910"/>
                  </a:lnTo>
                  <a:lnTo>
                    <a:pt x="17067" y="4855038"/>
                  </a:lnTo>
                  <a:lnTo>
                    <a:pt x="13495" y="4839562"/>
                  </a:lnTo>
                  <a:lnTo>
                    <a:pt x="10717" y="4823689"/>
                  </a:lnTo>
                  <a:lnTo>
                    <a:pt x="8335" y="4807817"/>
                  </a:lnTo>
                  <a:lnTo>
                    <a:pt x="6351" y="4792341"/>
                  </a:lnTo>
                  <a:lnTo>
                    <a:pt x="4366" y="4777262"/>
                  </a:lnTo>
                  <a:lnTo>
                    <a:pt x="2779" y="4762183"/>
                  </a:lnTo>
                  <a:lnTo>
                    <a:pt x="1588" y="4747501"/>
                  </a:lnTo>
                  <a:lnTo>
                    <a:pt x="794" y="4733215"/>
                  </a:lnTo>
                  <a:lnTo>
                    <a:pt x="397" y="4718533"/>
                  </a:lnTo>
                  <a:lnTo>
                    <a:pt x="0" y="4691153"/>
                  </a:lnTo>
                  <a:lnTo>
                    <a:pt x="397" y="4664963"/>
                  </a:lnTo>
                  <a:lnTo>
                    <a:pt x="1191" y="4639964"/>
                  </a:lnTo>
                  <a:lnTo>
                    <a:pt x="2779" y="4616948"/>
                  </a:lnTo>
                  <a:lnTo>
                    <a:pt x="4763" y="4595123"/>
                  </a:lnTo>
                  <a:lnTo>
                    <a:pt x="7542" y="4575679"/>
                  </a:lnTo>
                  <a:lnTo>
                    <a:pt x="9923" y="4558220"/>
                  </a:lnTo>
                  <a:lnTo>
                    <a:pt x="12304" y="4542744"/>
                  </a:lnTo>
                  <a:lnTo>
                    <a:pt x="15083" y="4530046"/>
                  </a:lnTo>
                  <a:lnTo>
                    <a:pt x="19052" y="4511792"/>
                  </a:lnTo>
                  <a:lnTo>
                    <a:pt x="20640" y="4504649"/>
                  </a:lnTo>
                  <a:lnTo>
                    <a:pt x="23418" y="4495920"/>
                  </a:lnTo>
                  <a:lnTo>
                    <a:pt x="1614229" y="2104709"/>
                  </a:lnTo>
                  <a:lnTo>
                    <a:pt x="1614229" y="546415"/>
                  </a:lnTo>
                  <a:lnTo>
                    <a:pt x="1605497" y="534908"/>
                  </a:lnTo>
                  <a:lnTo>
                    <a:pt x="1597559" y="523400"/>
                  </a:lnTo>
                  <a:lnTo>
                    <a:pt x="1589621" y="511891"/>
                  </a:lnTo>
                  <a:lnTo>
                    <a:pt x="1582080" y="500781"/>
                  </a:lnTo>
                  <a:lnTo>
                    <a:pt x="1574539" y="489274"/>
                  </a:lnTo>
                  <a:lnTo>
                    <a:pt x="1567791" y="477766"/>
                  </a:lnTo>
                  <a:lnTo>
                    <a:pt x="1561044" y="466655"/>
                  </a:lnTo>
                  <a:lnTo>
                    <a:pt x="1555090" y="455940"/>
                  </a:lnTo>
                  <a:lnTo>
                    <a:pt x="1549136" y="444830"/>
                  </a:lnTo>
                  <a:lnTo>
                    <a:pt x="1543580" y="434116"/>
                  </a:lnTo>
                  <a:lnTo>
                    <a:pt x="1538817" y="422609"/>
                  </a:lnTo>
                  <a:lnTo>
                    <a:pt x="1534054" y="411894"/>
                  </a:lnTo>
                  <a:lnTo>
                    <a:pt x="1529688" y="401180"/>
                  </a:lnTo>
                  <a:lnTo>
                    <a:pt x="1525322" y="390466"/>
                  </a:lnTo>
                  <a:lnTo>
                    <a:pt x="1522147" y="379356"/>
                  </a:lnTo>
                  <a:lnTo>
                    <a:pt x="1518971" y="369039"/>
                  </a:lnTo>
                  <a:lnTo>
                    <a:pt x="1515796" y="358325"/>
                  </a:lnTo>
                  <a:lnTo>
                    <a:pt x="1513018" y="348007"/>
                  </a:lnTo>
                  <a:lnTo>
                    <a:pt x="1511033" y="337690"/>
                  </a:lnTo>
                  <a:lnTo>
                    <a:pt x="1509049" y="326976"/>
                  </a:lnTo>
                  <a:lnTo>
                    <a:pt x="1507461" y="316659"/>
                  </a:lnTo>
                  <a:lnTo>
                    <a:pt x="1506270" y="306341"/>
                  </a:lnTo>
                  <a:lnTo>
                    <a:pt x="1505476" y="296024"/>
                  </a:lnTo>
                  <a:lnTo>
                    <a:pt x="1505079" y="286103"/>
                  </a:lnTo>
                  <a:lnTo>
                    <a:pt x="1505079" y="276184"/>
                  </a:lnTo>
                  <a:lnTo>
                    <a:pt x="1505079" y="266263"/>
                  </a:lnTo>
                  <a:lnTo>
                    <a:pt x="1505873" y="256342"/>
                  </a:lnTo>
                  <a:lnTo>
                    <a:pt x="1506667" y="246025"/>
                  </a:lnTo>
                  <a:lnTo>
                    <a:pt x="1508255" y="236502"/>
                  </a:lnTo>
                  <a:lnTo>
                    <a:pt x="1510239" y="226581"/>
                  </a:lnTo>
                  <a:lnTo>
                    <a:pt x="1512224" y="217058"/>
                  </a:lnTo>
                  <a:lnTo>
                    <a:pt x="1514208" y="207534"/>
                  </a:lnTo>
                  <a:lnTo>
                    <a:pt x="1518574" y="194439"/>
                  </a:lnTo>
                  <a:lnTo>
                    <a:pt x="1522940" y="181344"/>
                  </a:lnTo>
                  <a:lnTo>
                    <a:pt x="1528497" y="169439"/>
                  </a:lnTo>
                  <a:lnTo>
                    <a:pt x="1533657" y="157536"/>
                  </a:lnTo>
                  <a:lnTo>
                    <a:pt x="1540007" y="146027"/>
                  </a:lnTo>
                  <a:lnTo>
                    <a:pt x="1546358" y="135313"/>
                  </a:lnTo>
                  <a:lnTo>
                    <a:pt x="1553502" y="125393"/>
                  </a:lnTo>
                  <a:lnTo>
                    <a:pt x="1560250" y="115472"/>
                  </a:lnTo>
                  <a:lnTo>
                    <a:pt x="1567791" y="105949"/>
                  </a:lnTo>
                  <a:lnTo>
                    <a:pt x="1575729" y="97219"/>
                  </a:lnTo>
                  <a:lnTo>
                    <a:pt x="1583271" y="88489"/>
                  </a:lnTo>
                  <a:lnTo>
                    <a:pt x="1591606" y="80553"/>
                  </a:lnTo>
                  <a:lnTo>
                    <a:pt x="1599544" y="72616"/>
                  </a:lnTo>
                  <a:lnTo>
                    <a:pt x="1607879" y="65474"/>
                  </a:lnTo>
                  <a:lnTo>
                    <a:pt x="1615817" y="58728"/>
                  </a:lnTo>
                  <a:lnTo>
                    <a:pt x="1623358" y="52776"/>
                  </a:lnTo>
                  <a:lnTo>
                    <a:pt x="1631693" y="46427"/>
                  </a:lnTo>
                  <a:lnTo>
                    <a:pt x="1639235" y="40871"/>
                  </a:lnTo>
                  <a:lnTo>
                    <a:pt x="1654317" y="30951"/>
                  </a:lnTo>
                  <a:lnTo>
                    <a:pt x="1668606" y="22618"/>
                  </a:lnTo>
                  <a:lnTo>
                    <a:pt x="1680910" y="15872"/>
                  </a:lnTo>
                  <a:lnTo>
                    <a:pt x="1691230" y="11110"/>
                  </a:lnTo>
                  <a:lnTo>
                    <a:pt x="1699565" y="6745"/>
                  </a:lnTo>
                  <a:lnTo>
                    <a:pt x="1708297" y="3571"/>
                  </a:lnTo>
                  <a:lnTo>
                    <a:pt x="171782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32" name="直接连接符 131"/>
          <p:cNvCxnSpPr/>
          <p:nvPr/>
        </p:nvCxnSpPr>
        <p:spPr>
          <a:xfrm>
            <a:off x="4299816" y="878840"/>
            <a:ext cx="0" cy="588645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515" y="1308735"/>
            <a:ext cx="3848100" cy="289623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30" y="3496310"/>
            <a:ext cx="3549015" cy="28943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27430" y="4531360"/>
            <a:ext cx="251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Physical picture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5020310" y="2247900"/>
            <a:ext cx="35490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Experimental circuit diagram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330" y="1252220"/>
            <a:ext cx="5912485" cy="100901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Input and Output of Three-phase Half-bridge Inverter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65785" y="2968625"/>
            <a:ext cx="2707640" cy="50165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3200"/>
              </a:lnSpc>
            </a:pPr>
            <a:r>
              <a:rPr lang="en-US" altLang="zh-CN" sz="4000" dirty="0" smtClean="0">
                <a:latin typeface="Calibri" panose="020F0502020204030204" pitchFamily="34" charset="0"/>
              </a:rPr>
              <a:t> INPUT:DC                     </a:t>
            </a:r>
            <a:endParaRPr lang="en-US" altLang="zh-CN" sz="4000" dirty="0" smtClean="0">
              <a:latin typeface="Calibri" panose="020F0502020204030204" pitchFamily="34" charset="0"/>
            </a:endParaRPr>
          </a:p>
        </p:txBody>
      </p:sp>
      <p:cxnSp>
        <p:nvCxnSpPr>
          <p:cNvPr id="109" name="直接箭头连接符 108"/>
          <p:cNvCxnSpPr/>
          <p:nvPr/>
        </p:nvCxnSpPr>
        <p:spPr>
          <a:xfrm>
            <a:off x="5538207" y="5375654"/>
            <a:ext cx="3291840" cy="0"/>
          </a:xfrm>
          <a:prstGeom prst="straightConnector1">
            <a:avLst/>
          </a:prstGeom>
          <a:ln w="22225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311" name="组合 12310"/>
          <p:cNvGrpSpPr/>
          <p:nvPr/>
        </p:nvGrpSpPr>
        <p:grpSpPr>
          <a:xfrm>
            <a:off x="3875314" y="4496828"/>
            <a:ext cx="1663652" cy="1954175"/>
            <a:chOff x="3875314" y="4496828"/>
            <a:chExt cx="1663652" cy="1954175"/>
          </a:xfrm>
        </p:grpSpPr>
        <p:cxnSp>
          <p:nvCxnSpPr>
            <p:cNvPr id="32" name="直接连接符 31"/>
            <p:cNvCxnSpPr/>
            <p:nvPr/>
          </p:nvCxnSpPr>
          <p:spPr>
            <a:xfrm flipV="1">
              <a:off x="3875314" y="4951419"/>
              <a:ext cx="106327" cy="44071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3981641" y="4951419"/>
              <a:ext cx="146222" cy="848471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V="1">
              <a:off x="4127863" y="5379930"/>
              <a:ext cx="88500" cy="41996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4362585" y="4496828"/>
              <a:ext cx="209415" cy="87882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H="1" flipV="1">
              <a:off x="4570828" y="4496828"/>
              <a:ext cx="176796" cy="166903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V="1">
              <a:off x="4751615" y="5370249"/>
              <a:ext cx="132736" cy="795619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>
              <a:off x="4989014" y="5102557"/>
              <a:ext cx="70371" cy="275235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 flipV="1">
              <a:off x="5063096" y="5114401"/>
              <a:ext cx="72126" cy="424236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V="1">
              <a:off x="5135222" y="4815840"/>
              <a:ext cx="102444" cy="722797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 flipV="1">
              <a:off x="5245000" y="4815840"/>
              <a:ext cx="197233" cy="1635163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V="1">
              <a:off x="5452294" y="5370249"/>
              <a:ext cx="86672" cy="1077681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4208959" y="5377792"/>
              <a:ext cx="167606" cy="0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4877481" y="5374524"/>
              <a:ext cx="117890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08" name="组合 12307"/>
          <p:cNvGrpSpPr/>
          <p:nvPr/>
        </p:nvGrpSpPr>
        <p:grpSpPr>
          <a:xfrm>
            <a:off x="5946921" y="5049687"/>
            <a:ext cx="648000" cy="648000"/>
            <a:chOff x="5946921" y="5046629"/>
            <a:chExt cx="648000" cy="648000"/>
          </a:xfrm>
        </p:grpSpPr>
        <p:sp>
          <p:nvSpPr>
            <p:cNvPr id="12306" name="椭圆 12305"/>
            <p:cNvSpPr/>
            <p:nvPr/>
          </p:nvSpPr>
          <p:spPr>
            <a:xfrm>
              <a:off x="5946921" y="5046629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2" name="图片 41"/>
            <p:cNvPicPr>
              <a:picLocks noChangeAspect="1"/>
            </p:cNvPicPr>
            <p:nvPr/>
          </p:nvPicPr>
          <p:blipFill>
            <a:blip r:embed="rId1" cstate="print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35156" y="5179792"/>
              <a:ext cx="449427" cy="396000"/>
            </a:xfrm>
            <a:prstGeom prst="rect">
              <a:avLst/>
            </a:prstGeom>
            <a:effectLst/>
          </p:spPr>
        </p:pic>
      </p:grpSp>
      <p:grpSp>
        <p:nvGrpSpPr>
          <p:cNvPr id="12309" name="组合 12308"/>
          <p:cNvGrpSpPr/>
          <p:nvPr/>
        </p:nvGrpSpPr>
        <p:grpSpPr>
          <a:xfrm>
            <a:off x="6858915" y="5049687"/>
            <a:ext cx="648000" cy="648000"/>
            <a:chOff x="6855727" y="5046248"/>
            <a:chExt cx="648000" cy="648000"/>
          </a:xfrm>
        </p:grpSpPr>
        <p:sp>
          <p:nvSpPr>
            <p:cNvPr id="122" name="椭圆 121"/>
            <p:cNvSpPr/>
            <p:nvPr/>
          </p:nvSpPr>
          <p:spPr>
            <a:xfrm>
              <a:off x="6855727" y="5046248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KSO_Shape"/>
            <p:cNvSpPr/>
            <p:nvPr/>
          </p:nvSpPr>
          <p:spPr bwMode="auto">
            <a:xfrm>
              <a:off x="6953964" y="5199738"/>
              <a:ext cx="461771" cy="354776"/>
            </a:xfrm>
            <a:custGeom>
              <a:avLst/>
              <a:gdLst>
                <a:gd name="T0" fmla="*/ 1660776 w 2546350"/>
                <a:gd name="T1" fmla="*/ 783048 h 1409701"/>
                <a:gd name="T2" fmla="*/ 1769836 w 2546350"/>
                <a:gd name="T3" fmla="*/ 861918 h 1409701"/>
                <a:gd name="T4" fmla="*/ 921682 w 2546350"/>
                <a:gd name="T5" fmla="*/ 1409701 h 1409701"/>
                <a:gd name="T6" fmla="*/ 729797 w 2546350"/>
                <a:gd name="T7" fmla="*/ 859878 h 1409701"/>
                <a:gd name="T8" fmla="*/ 850647 w 2546350"/>
                <a:gd name="T9" fmla="*/ 778742 h 1409701"/>
                <a:gd name="T10" fmla="*/ 591880 w 2546350"/>
                <a:gd name="T11" fmla="*/ 727368 h 1409701"/>
                <a:gd name="T12" fmla="*/ 778102 w 2546350"/>
                <a:gd name="T13" fmla="*/ 739045 h 1409701"/>
                <a:gd name="T14" fmla="*/ 684667 w 2546350"/>
                <a:gd name="T15" fmla="*/ 817014 h 1409701"/>
                <a:gd name="T16" fmla="*/ 0 w 2546350"/>
                <a:gd name="T17" fmla="*/ 1339155 h 1409701"/>
                <a:gd name="T18" fmla="*/ 77074 w 2546350"/>
                <a:gd name="T19" fmla="*/ 740308 h 1409701"/>
                <a:gd name="T20" fmla="*/ 449520 w 2546350"/>
                <a:gd name="T21" fmla="*/ 727368 h 1409701"/>
                <a:gd name="T22" fmla="*/ 2425273 w 2546350"/>
                <a:gd name="T23" fmla="*/ 707077 h 1409701"/>
                <a:gd name="T24" fmla="*/ 2545217 w 2546350"/>
                <a:gd name="T25" fmla="*/ 788440 h 1409701"/>
                <a:gd name="T26" fmla="*/ 2353389 w 2546350"/>
                <a:gd name="T27" fmla="*/ 1338263 h 1409701"/>
                <a:gd name="T28" fmla="*/ 1748292 w 2546350"/>
                <a:gd name="T29" fmla="*/ 761030 h 1409701"/>
                <a:gd name="T30" fmla="*/ 1751639 w 2546350"/>
                <a:gd name="T31" fmla="*/ 672628 h 1409701"/>
                <a:gd name="T32" fmla="*/ 1318533 w 2546350"/>
                <a:gd name="T33" fmla="*/ 82101 h 1409701"/>
                <a:gd name="T34" fmla="*/ 1428751 w 2546350"/>
                <a:gd name="T35" fmla="*/ 162185 h 1409701"/>
                <a:gd name="T36" fmla="*/ 1493838 w 2546350"/>
                <a:gd name="T37" fmla="*/ 298986 h 1409701"/>
                <a:gd name="T38" fmla="*/ 1524257 w 2546350"/>
                <a:gd name="T39" fmla="*/ 372145 h 1409701"/>
                <a:gd name="T40" fmla="*/ 1505392 w 2546350"/>
                <a:gd name="T41" fmla="*/ 463325 h 1409701"/>
                <a:gd name="T42" fmla="*/ 1460047 w 2546350"/>
                <a:gd name="T43" fmla="*/ 561245 h 1409701"/>
                <a:gd name="T44" fmla="*/ 1364570 w 2546350"/>
                <a:gd name="T45" fmla="*/ 665831 h 1409701"/>
                <a:gd name="T46" fmla="*/ 1235529 w 2546350"/>
                <a:gd name="T47" fmla="*/ 699861 h 1409701"/>
                <a:gd name="T48" fmla="*/ 1111250 w 2546350"/>
                <a:gd name="T49" fmla="*/ 650631 h 1409701"/>
                <a:gd name="T50" fmla="*/ 1024391 w 2546350"/>
                <a:gd name="T51" fmla="*/ 535155 h 1409701"/>
                <a:gd name="T52" fmla="*/ 983737 w 2546350"/>
                <a:gd name="T53" fmla="*/ 456120 h 1409701"/>
                <a:gd name="T54" fmla="*/ 981706 w 2546350"/>
                <a:gd name="T55" fmla="*/ 350306 h 1409701"/>
                <a:gd name="T56" fmla="*/ 1016227 w 2546350"/>
                <a:gd name="T57" fmla="*/ 255428 h 1409701"/>
                <a:gd name="T58" fmla="*/ 1096056 w 2546350"/>
                <a:gd name="T59" fmla="*/ 132465 h 1409701"/>
                <a:gd name="T60" fmla="*/ 1216252 w 2546350"/>
                <a:gd name="T61" fmla="*/ 72346 h 1409701"/>
                <a:gd name="T62" fmla="*/ 607408 w 2546350"/>
                <a:gd name="T63" fmla="*/ 33571 h 1409701"/>
                <a:gd name="T64" fmla="*/ 712589 w 2546350"/>
                <a:gd name="T65" fmla="*/ 123183 h 1409701"/>
                <a:gd name="T66" fmla="*/ 769261 w 2546350"/>
                <a:gd name="T67" fmla="*/ 265656 h 1409701"/>
                <a:gd name="T68" fmla="*/ 798064 w 2546350"/>
                <a:gd name="T69" fmla="*/ 332602 h 1409701"/>
                <a:gd name="T70" fmla="*/ 773361 w 2546350"/>
                <a:gd name="T71" fmla="*/ 407758 h 1409701"/>
                <a:gd name="T72" fmla="*/ 720523 w 2546350"/>
                <a:gd name="T73" fmla="*/ 523831 h 1409701"/>
                <a:gd name="T74" fmla="*/ 618969 w 2546350"/>
                <a:gd name="T75" fmla="*/ 619796 h 1409701"/>
                <a:gd name="T76" fmla="*/ 487264 w 2546350"/>
                <a:gd name="T77" fmla="*/ 642029 h 1409701"/>
                <a:gd name="T78" fmla="*/ 367575 w 2546350"/>
                <a:gd name="T79" fmla="*/ 581909 h 1409701"/>
                <a:gd name="T80" fmla="*/ 287555 w 2546350"/>
                <a:gd name="T81" fmla="*/ 458947 h 1409701"/>
                <a:gd name="T82" fmla="*/ 251422 w 2546350"/>
                <a:gd name="T83" fmla="*/ 393595 h 1409701"/>
                <a:gd name="T84" fmla="*/ 256812 w 2546350"/>
                <a:gd name="T85" fmla="*/ 287371 h 1409701"/>
                <a:gd name="T86" fmla="*/ 290275 w 2546350"/>
                <a:gd name="T87" fmla="*/ 192832 h 1409701"/>
                <a:gd name="T88" fmla="*/ 372335 w 2546350"/>
                <a:gd name="T89" fmla="*/ 72365 h 1409701"/>
                <a:gd name="T90" fmla="*/ 493838 w 2546350"/>
                <a:gd name="T91" fmla="*/ 15875 h 1409701"/>
                <a:gd name="T92" fmla="*/ 2131399 w 2546350"/>
                <a:gd name="T93" fmla="*/ 28121 h 1409701"/>
                <a:gd name="T94" fmla="*/ 2230687 w 2546350"/>
                <a:gd name="T95" fmla="*/ 126773 h 1409701"/>
                <a:gd name="T96" fmla="*/ 2278638 w 2546350"/>
                <a:gd name="T97" fmla="*/ 268548 h 1409701"/>
                <a:gd name="T98" fmla="*/ 2303010 w 2546350"/>
                <a:gd name="T99" fmla="*/ 342808 h 1409701"/>
                <a:gd name="T100" fmla="*/ 2271717 w 2546350"/>
                <a:gd name="T101" fmla="*/ 401411 h 1409701"/>
                <a:gd name="T102" fmla="*/ 2206659 w 2546350"/>
                <a:gd name="T103" fmla="*/ 537936 h 1409701"/>
                <a:gd name="T104" fmla="*/ 2096263 w 2546350"/>
                <a:gd name="T105" fmla="*/ 618218 h 1409701"/>
                <a:gd name="T106" fmla="*/ 1962972 w 2546350"/>
                <a:gd name="T107" fmla="*/ 620259 h 1409701"/>
                <a:gd name="T108" fmla="*/ 1850763 w 2546350"/>
                <a:gd name="T109" fmla="*/ 543152 h 1409701"/>
                <a:gd name="T110" fmla="*/ 1783438 w 2546350"/>
                <a:gd name="T111" fmla="*/ 408895 h 1409701"/>
                <a:gd name="T112" fmla="*/ 1749644 w 2546350"/>
                <a:gd name="T113" fmla="*/ 354290 h 1409701"/>
                <a:gd name="T114" fmla="*/ 1770632 w 2546350"/>
                <a:gd name="T115" fmla="*/ 268288 h 1409701"/>
                <a:gd name="T116" fmla="*/ 1811774 w 2546350"/>
                <a:gd name="T117" fmla="*/ 145370 h 1409701"/>
                <a:gd name="T118" fmla="*/ 1905168 w 2546350"/>
                <a:gd name="T119" fmla="*/ 38100 h 1409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46350" h="1409701">
                  <a:moveTo>
                    <a:pt x="1205490" y="715963"/>
                  </a:moveTo>
                  <a:lnTo>
                    <a:pt x="1293463" y="715963"/>
                  </a:lnTo>
                  <a:lnTo>
                    <a:pt x="1320445" y="783954"/>
                  </a:lnTo>
                  <a:lnTo>
                    <a:pt x="1271470" y="813191"/>
                  </a:lnTo>
                  <a:lnTo>
                    <a:pt x="1310469" y="955292"/>
                  </a:lnTo>
                  <a:lnTo>
                    <a:pt x="1402297" y="721402"/>
                  </a:lnTo>
                  <a:lnTo>
                    <a:pt x="1433360" y="726162"/>
                  </a:lnTo>
                  <a:lnTo>
                    <a:pt x="1463969" y="731601"/>
                  </a:lnTo>
                  <a:lnTo>
                    <a:pt x="1494805" y="737494"/>
                  </a:lnTo>
                  <a:lnTo>
                    <a:pt x="1509997" y="740667"/>
                  </a:lnTo>
                  <a:lnTo>
                    <a:pt x="1525188" y="743840"/>
                  </a:lnTo>
                  <a:lnTo>
                    <a:pt x="1539699" y="747239"/>
                  </a:lnTo>
                  <a:lnTo>
                    <a:pt x="1554664" y="750639"/>
                  </a:lnTo>
                  <a:lnTo>
                    <a:pt x="1568948" y="754491"/>
                  </a:lnTo>
                  <a:lnTo>
                    <a:pt x="1583006" y="757891"/>
                  </a:lnTo>
                  <a:lnTo>
                    <a:pt x="1597063" y="761971"/>
                  </a:lnTo>
                  <a:lnTo>
                    <a:pt x="1610441" y="765823"/>
                  </a:lnTo>
                  <a:lnTo>
                    <a:pt x="1623818" y="770129"/>
                  </a:lnTo>
                  <a:lnTo>
                    <a:pt x="1636289" y="774209"/>
                  </a:lnTo>
                  <a:lnTo>
                    <a:pt x="1648759" y="778515"/>
                  </a:lnTo>
                  <a:lnTo>
                    <a:pt x="1660776" y="783048"/>
                  </a:lnTo>
                  <a:lnTo>
                    <a:pt x="1672113" y="787581"/>
                  </a:lnTo>
                  <a:lnTo>
                    <a:pt x="1683223" y="792113"/>
                  </a:lnTo>
                  <a:lnTo>
                    <a:pt x="1693653" y="796873"/>
                  </a:lnTo>
                  <a:lnTo>
                    <a:pt x="1703629" y="801632"/>
                  </a:lnTo>
                  <a:lnTo>
                    <a:pt x="1712699" y="806618"/>
                  </a:lnTo>
                  <a:lnTo>
                    <a:pt x="1721542" y="811604"/>
                  </a:lnTo>
                  <a:lnTo>
                    <a:pt x="1729704" y="817043"/>
                  </a:lnTo>
                  <a:lnTo>
                    <a:pt x="1736960" y="822256"/>
                  </a:lnTo>
                  <a:lnTo>
                    <a:pt x="1743762" y="827695"/>
                  </a:lnTo>
                  <a:lnTo>
                    <a:pt x="1749657" y="833135"/>
                  </a:lnTo>
                  <a:lnTo>
                    <a:pt x="1752378" y="835854"/>
                  </a:lnTo>
                  <a:lnTo>
                    <a:pt x="1754872" y="838801"/>
                  </a:lnTo>
                  <a:lnTo>
                    <a:pt x="1757139" y="841520"/>
                  </a:lnTo>
                  <a:lnTo>
                    <a:pt x="1759180" y="844240"/>
                  </a:lnTo>
                  <a:lnTo>
                    <a:pt x="1761221" y="847186"/>
                  </a:lnTo>
                  <a:lnTo>
                    <a:pt x="1762808" y="850133"/>
                  </a:lnTo>
                  <a:lnTo>
                    <a:pt x="1764168" y="853079"/>
                  </a:lnTo>
                  <a:lnTo>
                    <a:pt x="1765528" y="855799"/>
                  </a:lnTo>
                  <a:lnTo>
                    <a:pt x="1767569" y="857838"/>
                  </a:lnTo>
                  <a:lnTo>
                    <a:pt x="1768703" y="859878"/>
                  </a:lnTo>
                  <a:lnTo>
                    <a:pt x="1769836" y="861918"/>
                  </a:lnTo>
                  <a:lnTo>
                    <a:pt x="1770063" y="863278"/>
                  </a:lnTo>
                  <a:lnTo>
                    <a:pt x="1770063" y="864184"/>
                  </a:lnTo>
                  <a:lnTo>
                    <a:pt x="1770063" y="1395196"/>
                  </a:lnTo>
                  <a:lnTo>
                    <a:pt x="1770063" y="1396556"/>
                  </a:lnTo>
                  <a:lnTo>
                    <a:pt x="1769610" y="1398143"/>
                  </a:lnTo>
                  <a:lnTo>
                    <a:pt x="1768930" y="1399502"/>
                  </a:lnTo>
                  <a:lnTo>
                    <a:pt x="1768023" y="1400862"/>
                  </a:lnTo>
                  <a:lnTo>
                    <a:pt x="1767116" y="1402222"/>
                  </a:lnTo>
                  <a:lnTo>
                    <a:pt x="1765755" y="1403355"/>
                  </a:lnTo>
                  <a:lnTo>
                    <a:pt x="1764168" y="1404488"/>
                  </a:lnTo>
                  <a:lnTo>
                    <a:pt x="1762581" y="1405395"/>
                  </a:lnTo>
                  <a:lnTo>
                    <a:pt x="1760767" y="1406528"/>
                  </a:lnTo>
                  <a:lnTo>
                    <a:pt x="1758726" y="1407208"/>
                  </a:lnTo>
                  <a:lnTo>
                    <a:pt x="1754192" y="1408795"/>
                  </a:lnTo>
                  <a:lnTo>
                    <a:pt x="1749430" y="1409475"/>
                  </a:lnTo>
                  <a:lnTo>
                    <a:pt x="1746936" y="1409701"/>
                  </a:lnTo>
                  <a:lnTo>
                    <a:pt x="1743989" y="1409701"/>
                  </a:lnTo>
                  <a:lnTo>
                    <a:pt x="1604307" y="1409701"/>
                  </a:lnTo>
                  <a:lnTo>
                    <a:pt x="1590791" y="1027113"/>
                  </a:lnTo>
                  <a:lnTo>
                    <a:pt x="1577077" y="1409701"/>
                  </a:lnTo>
                  <a:lnTo>
                    <a:pt x="921682" y="1409701"/>
                  </a:lnTo>
                  <a:lnTo>
                    <a:pt x="908166" y="1027113"/>
                  </a:lnTo>
                  <a:lnTo>
                    <a:pt x="894451" y="1409701"/>
                  </a:lnTo>
                  <a:lnTo>
                    <a:pt x="754511" y="1409701"/>
                  </a:lnTo>
                  <a:lnTo>
                    <a:pt x="752017" y="1409701"/>
                  </a:lnTo>
                  <a:lnTo>
                    <a:pt x="749523" y="1409475"/>
                  </a:lnTo>
                  <a:lnTo>
                    <a:pt x="744535" y="1408795"/>
                  </a:lnTo>
                  <a:lnTo>
                    <a:pt x="740227" y="1407208"/>
                  </a:lnTo>
                  <a:lnTo>
                    <a:pt x="738186" y="1406528"/>
                  </a:lnTo>
                  <a:lnTo>
                    <a:pt x="736145" y="1405395"/>
                  </a:lnTo>
                  <a:lnTo>
                    <a:pt x="734785" y="1404488"/>
                  </a:lnTo>
                  <a:lnTo>
                    <a:pt x="733198" y="1403355"/>
                  </a:lnTo>
                  <a:lnTo>
                    <a:pt x="731837" y="1402222"/>
                  </a:lnTo>
                  <a:lnTo>
                    <a:pt x="730704" y="1400862"/>
                  </a:lnTo>
                  <a:lnTo>
                    <a:pt x="729797" y="1399502"/>
                  </a:lnTo>
                  <a:lnTo>
                    <a:pt x="729117" y="1398143"/>
                  </a:lnTo>
                  <a:lnTo>
                    <a:pt x="728890" y="1396556"/>
                  </a:lnTo>
                  <a:lnTo>
                    <a:pt x="728663" y="1395196"/>
                  </a:lnTo>
                  <a:lnTo>
                    <a:pt x="728663" y="864184"/>
                  </a:lnTo>
                  <a:lnTo>
                    <a:pt x="728663" y="863278"/>
                  </a:lnTo>
                  <a:lnTo>
                    <a:pt x="728890" y="861918"/>
                  </a:lnTo>
                  <a:lnTo>
                    <a:pt x="729797" y="859878"/>
                  </a:lnTo>
                  <a:lnTo>
                    <a:pt x="731384" y="857838"/>
                  </a:lnTo>
                  <a:lnTo>
                    <a:pt x="733198" y="855799"/>
                  </a:lnTo>
                  <a:lnTo>
                    <a:pt x="734332" y="853079"/>
                  </a:lnTo>
                  <a:lnTo>
                    <a:pt x="735919" y="850133"/>
                  </a:lnTo>
                  <a:lnTo>
                    <a:pt x="737733" y="847186"/>
                  </a:lnTo>
                  <a:lnTo>
                    <a:pt x="739546" y="844240"/>
                  </a:lnTo>
                  <a:lnTo>
                    <a:pt x="741814" y="841520"/>
                  </a:lnTo>
                  <a:lnTo>
                    <a:pt x="744081" y="838801"/>
                  </a:lnTo>
                  <a:lnTo>
                    <a:pt x="746575" y="835854"/>
                  </a:lnTo>
                  <a:lnTo>
                    <a:pt x="749296" y="833135"/>
                  </a:lnTo>
                  <a:lnTo>
                    <a:pt x="755191" y="827695"/>
                  </a:lnTo>
                  <a:lnTo>
                    <a:pt x="761993" y="822256"/>
                  </a:lnTo>
                  <a:lnTo>
                    <a:pt x="769249" y="817043"/>
                  </a:lnTo>
                  <a:lnTo>
                    <a:pt x="777638" y="811604"/>
                  </a:lnTo>
                  <a:lnTo>
                    <a:pt x="786254" y="806618"/>
                  </a:lnTo>
                  <a:lnTo>
                    <a:pt x="795777" y="801632"/>
                  </a:lnTo>
                  <a:lnTo>
                    <a:pt x="805527" y="796873"/>
                  </a:lnTo>
                  <a:lnTo>
                    <a:pt x="816183" y="792113"/>
                  </a:lnTo>
                  <a:lnTo>
                    <a:pt x="827293" y="787581"/>
                  </a:lnTo>
                  <a:lnTo>
                    <a:pt x="838630" y="783048"/>
                  </a:lnTo>
                  <a:lnTo>
                    <a:pt x="850647" y="778742"/>
                  </a:lnTo>
                  <a:lnTo>
                    <a:pt x="863345" y="774209"/>
                  </a:lnTo>
                  <a:lnTo>
                    <a:pt x="876268" y="770129"/>
                  </a:lnTo>
                  <a:lnTo>
                    <a:pt x="889419" y="766050"/>
                  </a:lnTo>
                  <a:lnTo>
                    <a:pt x="903023" y="761971"/>
                  </a:lnTo>
                  <a:lnTo>
                    <a:pt x="917081" y="758344"/>
                  </a:lnTo>
                  <a:lnTo>
                    <a:pt x="931139" y="754491"/>
                  </a:lnTo>
                  <a:lnTo>
                    <a:pt x="945650" y="750865"/>
                  </a:lnTo>
                  <a:lnTo>
                    <a:pt x="960388" y="747466"/>
                  </a:lnTo>
                  <a:lnTo>
                    <a:pt x="975352" y="743840"/>
                  </a:lnTo>
                  <a:lnTo>
                    <a:pt x="990544" y="740893"/>
                  </a:lnTo>
                  <a:lnTo>
                    <a:pt x="1005735" y="737494"/>
                  </a:lnTo>
                  <a:lnTo>
                    <a:pt x="1036344" y="731828"/>
                  </a:lnTo>
                  <a:lnTo>
                    <a:pt x="1067407" y="726388"/>
                  </a:lnTo>
                  <a:lnTo>
                    <a:pt x="1098470" y="721629"/>
                  </a:lnTo>
                  <a:lnTo>
                    <a:pt x="1188484" y="955292"/>
                  </a:lnTo>
                  <a:lnTo>
                    <a:pt x="1227483" y="813191"/>
                  </a:lnTo>
                  <a:lnTo>
                    <a:pt x="1178281" y="783954"/>
                  </a:lnTo>
                  <a:lnTo>
                    <a:pt x="1205490" y="715963"/>
                  </a:lnTo>
                  <a:close/>
                  <a:moveTo>
                    <a:pt x="476723" y="658812"/>
                  </a:moveTo>
                  <a:lnTo>
                    <a:pt x="564677" y="658812"/>
                  </a:lnTo>
                  <a:lnTo>
                    <a:pt x="591880" y="727368"/>
                  </a:lnTo>
                  <a:lnTo>
                    <a:pt x="542915" y="756425"/>
                  </a:lnTo>
                  <a:lnTo>
                    <a:pt x="581452" y="898986"/>
                  </a:lnTo>
                  <a:lnTo>
                    <a:pt x="673487" y="664487"/>
                  </a:lnTo>
                  <a:lnTo>
                    <a:pt x="704317" y="669481"/>
                  </a:lnTo>
                  <a:lnTo>
                    <a:pt x="735373" y="674703"/>
                  </a:lnTo>
                  <a:lnTo>
                    <a:pt x="766202" y="680605"/>
                  </a:lnTo>
                  <a:lnTo>
                    <a:pt x="781163" y="683783"/>
                  </a:lnTo>
                  <a:lnTo>
                    <a:pt x="796125" y="686961"/>
                  </a:lnTo>
                  <a:lnTo>
                    <a:pt x="811086" y="690366"/>
                  </a:lnTo>
                  <a:lnTo>
                    <a:pt x="825594" y="693998"/>
                  </a:lnTo>
                  <a:lnTo>
                    <a:pt x="840329" y="697630"/>
                  </a:lnTo>
                  <a:lnTo>
                    <a:pt x="854383" y="701263"/>
                  </a:lnTo>
                  <a:lnTo>
                    <a:pt x="868211" y="705122"/>
                  </a:lnTo>
                  <a:lnTo>
                    <a:pt x="870360" y="705778"/>
                  </a:lnTo>
                  <a:lnTo>
                    <a:pt x="856570" y="709807"/>
                  </a:lnTo>
                  <a:lnTo>
                    <a:pt x="842283" y="714340"/>
                  </a:lnTo>
                  <a:lnTo>
                    <a:pt x="828449" y="719099"/>
                  </a:lnTo>
                  <a:lnTo>
                    <a:pt x="815069" y="723859"/>
                  </a:lnTo>
                  <a:lnTo>
                    <a:pt x="802369" y="728846"/>
                  </a:lnTo>
                  <a:lnTo>
                    <a:pt x="789895" y="734059"/>
                  </a:lnTo>
                  <a:lnTo>
                    <a:pt x="778102" y="739045"/>
                  </a:lnTo>
                  <a:lnTo>
                    <a:pt x="766763" y="744258"/>
                  </a:lnTo>
                  <a:lnTo>
                    <a:pt x="755877" y="749924"/>
                  </a:lnTo>
                  <a:lnTo>
                    <a:pt x="746126" y="755364"/>
                  </a:lnTo>
                  <a:lnTo>
                    <a:pt x="736374" y="761030"/>
                  </a:lnTo>
                  <a:lnTo>
                    <a:pt x="727983" y="766697"/>
                  </a:lnTo>
                  <a:lnTo>
                    <a:pt x="719819" y="772590"/>
                  </a:lnTo>
                  <a:lnTo>
                    <a:pt x="712788" y="778709"/>
                  </a:lnTo>
                  <a:lnTo>
                    <a:pt x="709386" y="781656"/>
                  </a:lnTo>
                  <a:lnTo>
                    <a:pt x="706211" y="784602"/>
                  </a:lnTo>
                  <a:lnTo>
                    <a:pt x="703490" y="788002"/>
                  </a:lnTo>
                  <a:lnTo>
                    <a:pt x="700542" y="790948"/>
                  </a:lnTo>
                  <a:lnTo>
                    <a:pt x="698047" y="794122"/>
                  </a:lnTo>
                  <a:lnTo>
                    <a:pt x="696006" y="797295"/>
                  </a:lnTo>
                  <a:lnTo>
                    <a:pt x="693738" y="800695"/>
                  </a:lnTo>
                  <a:lnTo>
                    <a:pt x="692151" y="803868"/>
                  </a:lnTo>
                  <a:lnTo>
                    <a:pt x="690563" y="807041"/>
                  </a:lnTo>
                  <a:lnTo>
                    <a:pt x="689202" y="810441"/>
                  </a:lnTo>
                  <a:lnTo>
                    <a:pt x="686935" y="812481"/>
                  </a:lnTo>
                  <a:lnTo>
                    <a:pt x="685574" y="814747"/>
                  </a:lnTo>
                  <a:lnTo>
                    <a:pt x="684893" y="815654"/>
                  </a:lnTo>
                  <a:lnTo>
                    <a:pt x="684667" y="817014"/>
                  </a:lnTo>
                  <a:lnTo>
                    <a:pt x="684440" y="818147"/>
                  </a:lnTo>
                  <a:lnTo>
                    <a:pt x="684213" y="819507"/>
                  </a:lnTo>
                  <a:lnTo>
                    <a:pt x="684213" y="1354137"/>
                  </a:lnTo>
                  <a:lnTo>
                    <a:pt x="193036" y="1354137"/>
                  </a:lnTo>
                  <a:lnTo>
                    <a:pt x="179272" y="971549"/>
                  </a:lnTo>
                  <a:lnTo>
                    <a:pt x="165708" y="1354137"/>
                  </a:lnTo>
                  <a:lnTo>
                    <a:pt x="26069" y="1354137"/>
                  </a:lnTo>
                  <a:lnTo>
                    <a:pt x="23576" y="1353910"/>
                  </a:lnTo>
                  <a:lnTo>
                    <a:pt x="20855" y="1353683"/>
                  </a:lnTo>
                  <a:lnTo>
                    <a:pt x="16095" y="1352775"/>
                  </a:lnTo>
                  <a:lnTo>
                    <a:pt x="11561" y="1351640"/>
                  </a:lnTo>
                  <a:lnTo>
                    <a:pt x="9748" y="1350505"/>
                  </a:lnTo>
                  <a:lnTo>
                    <a:pt x="7707" y="1349824"/>
                  </a:lnTo>
                  <a:lnTo>
                    <a:pt x="6121" y="1348689"/>
                  </a:lnTo>
                  <a:lnTo>
                    <a:pt x="4761" y="1347554"/>
                  </a:lnTo>
                  <a:lnTo>
                    <a:pt x="3174" y="1346419"/>
                  </a:lnTo>
                  <a:lnTo>
                    <a:pt x="2040" y="1345057"/>
                  </a:lnTo>
                  <a:lnTo>
                    <a:pt x="1360" y="1343695"/>
                  </a:lnTo>
                  <a:lnTo>
                    <a:pt x="680" y="1342333"/>
                  </a:lnTo>
                  <a:lnTo>
                    <a:pt x="453" y="1340744"/>
                  </a:lnTo>
                  <a:lnTo>
                    <a:pt x="0" y="1339155"/>
                  </a:lnTo>
                  <a:lnTo>
                    <a:pt x="0" y="807729"/>
                  </a:lnTo>
                  <a:lnTo>
                    <a:pt x="0" y="806367"/>
                  </a:lnTo>
                  <a:lnTo>
                    <a:pt x="453" y="805459"/>
                  </a:lnTo>
                  <a:lnTo>
                    <a:pt x="1360" y="803189"/>
                  </a:lnTo>
                  <a:lnTo>
                    <a:pt x="2720" y="801146"/>
                  </a:lnTo>
                  <a:lnTo>
                    <a:pt x="4761" y="799330"/>
                  </a:lnTo>
                  <a:lnTo>
                    <a:pt x="5894" y="796379"/>
                  </a:lnTo>
                  <a:lnTo>
                    <a:pt x="7481" y="793201"/>
                  </a:lnTo>
                  <a:lnTo>
                    <a:pt x="9294" y="790477"/>
                  </a:lnTo>
                  <a:lnTo>
                    <a:pt x="10881" y="787753"/>
                  </a:lnTo>
                  <a:lnTo>
                    <a:pt x="13148" y="784801"/>
                  </a:lnTo>
                  <a:lnTo>
                    <a:pt x="15415" y="781850"/>
                  </a:lnTo>
                  <a:lnTo>
                    <a:pt x="17908" y="779126"/>
                  </a:lnTo>
                  <a:lnTo>
                    <a:pt x="20629" y="776402"/>
                  </a:lnTo>
                  <a:lnTo>
                    <a:pt x="26523" y="770727"/>
                  </a:lnTo>
                  <a:lnTo>
                    <a:pt x="33323" y="765506"/>
                  </a:lnTo>
                  <a:lnTo>
                    <a:pt x="40804" y="760285"/>
                  </a:lnTo>
                  <a:lnTo>
                    <a:pt x="48738" y="755063"/>
                  </a:lnTo>
                  <a:lnTo>
                    <a:pt x="57579" y="750069"/>
                  </a:lnTo>
                  <a:lnTo>
                    <a:pt x="66873" y="745075"/>
                  </a:lnTo>
                  <a:lnTo>
                    <a:pt x="77074" y="740308"/>
                  </a:lnTo>
                  <a:lnTo>
                    <a:pt x="87728" y="735541"/>
                  </a:lnTo>
                  <a:lnTo>
                    <a:pt x="98382" y="730547"/>
                  </a:lnTo>
                  <a:lnTo>
                    <a:pt x="110170" y="726006"/>
                  </a:lnTo>
                  <a:lnTo>
                    <a:pt x="122184" y="721693"/>
                  </a:lnTo>
                  <a:lnTo>
                    <a:pt x="134652" y="717380"/>
                  </a:lnTo>
                  <a:lnTo>
                    <a:pt x="147573" y="713294"/>
                  </a:lnTo>
                  <a:lnTo>
                    <a:pt x="160721" y="709208"/>
                  </a:lnTo>
                  <a:lnTo>
                    <a:pt x="174322" y="705122"/>
                  </a:lnTo>
                  <a:lnTo>
                    <a:pt x="188377" y="701263"/>
                  </a:lnTo>
                  <a:lnTo>
                    <a:pt x="202658" y="697630"/>
                  </a:lnTo>
                  <a:lnTo>
                    <a:pt x="216940" y="693998"/>
                  </a:lnTo>
                  <a:lnTo>
                    <a:pt x="231901" y="690366"/>
                  </a:lnTo>
                  <a:lnTo>
                    <a:pt x="246862" y="687188"/>
                  </a:lnTo>
                  <a:lnTo>
                    <a:pt x="261824" y="683783"/>
                  </a:lnTo>
                  <a:lnTo>
                    <a:pt x="277012" y="680832"/>
                  </a:lnTo>
                  <a:lnTo>
                    <a:pt x="307841" y="674703"/>
                  </a:lnTo>
                  <a:lnTo>
                    <a:pt x="338897" y="669481"/>
                  </a:lnTo>
                  <a:lnTo>
                    <a:pt x="369953" y="664714"/>
                  </a:lnTo>
                  <a:lnTo>
                    <a:pt x="459948" y="898986"/>
                  </a:lnTo>
                  <a:lnTo>
                    <a:pt x="498485" y="756425"/>
                  </a:lnTo>
                  <a:lnTo>
                    <a:pt x="449520" y="727368"/>
                  </a:lnTo>
                  <a:lnTo>
                    <a:pt x="476723" y="658812"/>
                  </a:lnTo>
                  <a:close/>
                  <a:moveTo>
                    <a:pt x="1981777" y="644525"/>
                  </a:moveTo>
                  <a:lnTo>
                    <a:pt x="2069750" y="644525"/>
                  </a:lnTo>
                  <a:lnTo>
                    <a:pt x="2096959" y="712516"/>
                  </a:lnTo>
                  <a:lnTo>
                    <a:pt x="2047757" y="741753"/>
                  </a:lnTo>
                  <a:lnTo>
                    <a:pt x="2086529" y="883854"/>
                  </a:lnTo>
                  <a:lnTo>
                    <a:pt x="2178357" y="649964"/>
                  </a:lnTo>
                  <a:lnTo>
                    <a:pt x="2209420" y="654724"/>
                  </a:lnTo>
                  <a:lnTo>
                    <a:pt x="2240256" y="660390"/>
                  </a:lnTo>
                  <a:lnTo>
                    <a:pt x="2271092" y="666056"/>
                  </a:lnTo>
                  <a:lnTo>
                    <a:pt x="2286284" y="669229"/>
                  </a:lnTo>
                  <a:lnTo>
                    <a:pt x="2301248" y="672402"/>
                  </a:lnTo>
                  <a:lnTo>
                    <a:pt x="2316213" y="675801"/>
                  </a:lnTo>
                  <a:lnTo>
                    <a:pt x="2330724" y="679201"/>
                  </a:lnTo>
                  <a:lnTo>
                    <a:pt x="2345235" y="683053"/>
                  </a:lnTo>
                  <a:lnTo>
                    <a:pt x="2359293" y="686680"/>
                  </a:lnTo>
                  <a:lnTo>
                    <a:pt x="2373124" y="690533"/>
                  </a:lnTo>
                  <a:lnTo>
                    <a:pt x="2386501" y="694385"/>
                  </a:lnTo>
                  <a:lnTo>
                    <a:pt x="2399879" y="698691"/>
                  </a:lnTo>
                  <a:lnTo>
                    <a:pt x="2412576" y="702771"/>
                  </a:lnTo>
                  <a:lnTo>
                    <a:pt x="2425273" y="707077"/>
                  </a:lnTo>
                  <a:lnTo>
                    <a:pt x="2437063" y="711610"/>
                  </a:lnTo>
                  <a:lnTo>
                    <a:pt x="2448400" y="716143"/>
                  </a:lnTo>
                  <a:lnTo>
                    <a:pt x="2459510" y="720675"/>
                  </a:lnTo>
                  <a:lnTo>
                    <a:pt x="2469940" y="725435"/>
                  </a:lnTo>
                  <a:lnTo>
                    <a:pt x="2479916" y="730194"/>
                  </a:lnTo>
                  <a:lnTo>
                    <a:pt x="2489213" y="735180"/>
                  </a:lnTo>
                  <a:lnTo>
                    <a:pt x="2497829" y="740393"/>
                  </a:lnTo>
                  <a:lnTo>
                    <a:pt x="2505991" y="745605"/>
                  </a:lnTo>
                  <a:lnTo>
                    <a:pt x="2513247" y="750818"/>
                  </a:lnTo>
                  <a:lnTo>
                    <a:pt x="2520049" y="756257"/>
                  </a:lnTo>
                  <a:lnTo>
                    <a:pt x="2525944" y="761697"/>
                  </a:lnTo>
                  <a:lnTo>
                    <a:pt x="2528665" y="764416"/>
                  </a:lnTo>
                  <a:lnTo>
                    <a:pt x="2531159" y="767363"/>
                  </a:lnTo>
                  <a:lnTo>
                    <a:pt x="2533426" y="770082"/>
                  </a:lnTo>
                  <a:lnTo>
                    <a:pt x="2535467" y="772802"/>
                  </a:lnTo>
                  <a:lnTo>
                    <a:pt x="2537508" y="775975"/>
                  </a:lnTo>
                  <a:lnTo>
                    <a:pt x="2538868" y="778695"/>
                  </a:lnTo>
                  <a:lnTo>
                    <a:pt x="2540455" y="781641"/>
                  </a:lnTo>
                  <a:lnTo>
                    <a:pt x="2541815" y="784361"/>
                  </a:lnTo>
                  <a:lnTo>
                    <a:pt x="2543856" y="786400"/>
                  </a:lnTo>
                  <a:lnTo>
                    <a:pt x="2545217" y="788440"/>
                  </a:lnTo>
                  <a:lnTo>
                    <a:pt x="2546123" y="790480"/>
                  </a:lnTo>
                  <a:lnTo>
                    <a:pt x="2546350" y="791840"/>
                  </a:lnTo>
                  <a:lnTo>
                    <a:pt x="2546350" y="792746"/>
                  </a:lnTo>
                  <a:lnTo>
                    <a:pt x="2546350" y="1323758"/>
                  </a:lnTo>
                  <a:lnTo>
                    <a:pt x="2546350" y="1325118"/>
                  </a:lnTo>
                  <a:lnTo>
                    <a:pt x="2545670" y="1326705"/>
                  </a:lnTo>
                  <a:lnTo>
                    <a:pt x="2545217" y="1328064"/>
                  </a:lnTo>
                  <a:lnTo>
                    <a:pt x="2544310" y="1329424"/>
                  </a:lnTo>
                  <a:lnTo>
                    <a:pt x="2543176" y="1330784"/>
                  </a:lnTo>
                  <a:lnTo>
                    <a:pt x="2542042" y="1332144"/>
                  </a:lnTo>
                  <a:lnTo>
                    <a:pt x="2540455" y="1333050"/>
                  </a:lnTo>
                  <a:lnTo>
                    <a:pt x="2538641" y="1333957"/>
                  </a:lnTo>
                  <a:lnTo>
                    <a:pt x="2537054" y="1335090"/>
                  </a:lnTo>
                  <a:lnTo>
                    <a:pt x="2535013" y="1335770"/>
                  </a:lnTo>
                  <a:lnTo>
                    <a:pt x="2530479" y="1337357"/>
                  </a:lnTo>
                  <a:lnTo>
                    <a:pt x="2525490" y="1338037"/>
                  </a:lnTo>
                  <a:lnTo>
                    <a:pt x="2522996" y="1338263"/>
                  </a:lnTo>
                  <a:lnTo>
                    <a:pt x="2520276" y="1338263"/>
                  </a:lnTo>
                  <a:lnTo>
                    <a:pt x="2380604" y="1338263"/>
                  </a:lnTo>
                  <a:lnTo>
                    <a:pt x="2367197" y="957263"/>
                  </a:lnTo>
                  <a:lnTo>
                    <a:pt x="2353389" y="1338263"/>
                  </a:lnTo>
                  <a:lnTo>
                    <a:pt x="1800226" y="1338263"/>
                  </a:lnTo>
                  <a:lnTo>
                    <a:pt x="1800226" y="819507"/>
                  </a:lnTo>
                  <a:lnTo>
                    <a:pt x="1799999" y="818147"/>
                  </a:lnTo>
                  <a:lnTo>
                    <a:pt x="1799773" y="817014"/>
                  </a:lnTo>
                  <a:lnTo>
                    <a:pt x="1799546" y="815654"/>
                  </a:lnTo>
                  <a:lnTo>
                    <a:pt x="1798865" y="814747"/>
                  </a:lnTo>
                  <a:lnTo>
                    <a:pt x="1797278" y="812481"/>
                  </a:lnTo>
                  <a:lnTo>
                    <a:pt x="1795237" y="810441"/>
                  </a:lnTo>
                  <a:lnTo>
                    <a:pt x="1794103" y="807041"/>
                  </a:lnTo>
                  <a:lnTo>
                    <a:pt x="1792515" y="803868"/>
                  </a:lnTo>
                  <a:lnTo>
                    <a:pt x="1790474" y="800695"/>
                  </a:lnTo>
                  <a:lnTo>
                    <a:pt x="1788433" y="797295"/>
                  </a:lnTo>
                  <a:lnTo>
                    <a:pt x="1786165" y="794122"/>
                  </a:lnTo>
                  <a:lnTo>
                    <a:pt x="1783898" y="790948"/>
                  </a:lnTo>
                  <a:lnTo>
                    <a:pt x="1781176" y="788002"/>
                  </a:lnTo>
                  <a:lnTo>
                    <a:pt x="1778455" y="784602"/>
                  </a:lnTo>
                  <a:lnTo>
                    <a:pt x="1775053" y="781656"/>
                  </a:lnTo>
                  <a:lnTo>
                    <a:pt x="1771878" y="778709"/>
                  </a:lnTo>
                  <a:lnTo>
                    <a:pt x="1764621" y="772590"/>
                  </a:lnTo>
                  <a:lnTo>
                    <a:pt x="1756910" y="766697"/>
                  </a:lnTo>
                  <a:lnTo>
                    <a:pt x="1748292" y="761030"/>
                  </a:lnTo>
                  <a:lnTo>
                    <a:pt x="1738994" y="755364"/>
                  </a:lnTo>
                  <a:lnTo>
                    <a:pt x="1728789" y="749924"/>
                  </a:lnTo>
                  <a:lnTo>
                    <a:pt x="1718357" y="744258"/>
                  </a:lnTo>
                  <a:lnTo>
                    <a:pt x="1707244" y="739045"/>
                  </a:lnTo>
                  <a:lnTo>
                    <a:pt x="1695224" y="733832"/>
                  </a:lnTo>
                  <a:lnTo>
                    <a:pt x="1682978" y="728619"/>
                  </a:lnTo>
                  <a:lnTo>
                    <a:pt x="1670278" y="723859"/>
                  </a:lnTo>
                  <a:lnTo>
                    <a:pt x="1656898" y="719099"/>
                  </a:lnTo>
                  <a:lnTo>
                    <a:pt x="1643290" y="714340"/>
                  </a:lnTo>
                  <a:lnTo>
                    <a:pt x="1629230" y="709807"/>
                  </a:lnTo>
                  <a:lnTo>
                    <a:pt x="1624147" y="708322"/>
                  </a:lnTo>
                  <a:lnTo>
                    <a:pt x="1626934" y="707304"/>
                  </a:lnTo>
                  <a:lnTo>
                    <a:pt x="1639632" y="702998"/>
                  </a:lnTo>
                  <a:lnTo>
                    <a:pt x="1652556" y="698691"/>
                  </a:lnTo>
                  <a:lnTo>
                    <a:pt x="1665480" y="694612"/>
                  </a:lnTo>
                  <a:lnTo>
                    <a:pt x="1679084" y="690533"/>
                  </a:lnTo>
                  <a:lnTo>
                    <a:pt x="1693368" y="686906"/>
                  </a:lnTo>
                  <a:lnTo>
                    <a:pt x="1707426" y="683053"/>
                  </a:lnTo>
                  <a:lnTo>
                    <a:pt x="1722164" y="679427"/>
                  </a:lnTo>
                  <a:lnTo>
                    <a:pt x="1736675" y="676028"/>
                  </a:lnTo>
                  <a:lnTo>
                    <a:pt x="1751639" y="672628"/>
                  </a:lnTo>
                  <a:lnTo>
                    <a:pt x="1766831" y="669455"/>
                  </a:lnTo>
                  <a:lnTo>
                    <a:pt x="1781795" y="666056"/>
                  </a:lnTo>
                  <a:lnTo>
                    <a:pt x="1812631" y="660390"/>
                  </a:lnTo>
                  <a:lnTo>
                    <a:pt x="1843694" y="654950"/>
                  </a:lnTo>
                  <a:lnTo>
                    <a:pt x="1874757" y="650191"/>
                  </a:lnTo>
                  <a:lnTo>
                    <a:pt x="1964772" y="883854"/>
                  </a:lnTo>
                  <a:lnTo>
                    <a:pt x="2003543" y="741753"/>
                  </a:lnTo>
                  <a:lnTo>
                    <a:pt x="1954342" y="712516"/>
                  </a:lnTo>
                  <a:lnTo>
                    <a:pt x="1981777" y="644525"/>
                  </a:lnTo>
                  <a:close/>
                  <a:moveTo>
                    <a:pt x="1248456" y="69850"/>
                  </a:moveTo>
                  <a:lnTo>
                    <a:pt x="1255033" y="70077"/>
                  </a:lnTo>
                  <a:lnTo>
                    <a:pt x="1261609" y="70304"/>
                  </a:lnTo>
                  <a:lnTo>
                    <a:pt x="1268186" y="70984"/>
                  </a:lnTo>
                  <a:lnTo>
                    <a:pt x="1274536" y="71665"/>
                  </a:lnTo>
                  <a:lnTo>
                    <a:pt x="1281113" y="72346"/>
                  </a:lnTo>
                  <a:lnTo>
                    <a:pt x="1287463" y="73707"/>
                  </a:lnTo>
                  <a:lnTo>
                    <a:pt x="1293813" y="74841"/>
                  </a:lnTo>
                  <a:lnTo>
                    <a:pt x="1299936" y="76429"/>
                  </a:lnTo>
                  <a:lnTo>
                    <a:pt x="1306059" y="78017"/>
                  </a:lnTo>
                  <a:lnTo>
                    <a:pt x="1312409" y="80059"/>
                  </a:lnTo>
                  <a:lnTo>
                    <a:pt x="1318533" y="82101"/>
                  </a:lnTo>
                  <a:lnTo>
                    <a:pt x="1324429" y="84369"/>
                  </a:lnTo>
                  <a:lnTo>
                    <a:pt x="1330325" y="86638"/>
                  </a:lnTo>
                  <a:lnTo>
                    <a:pt x="1335995" y="89134"/>
                  </a:lnTo>
                  <a:lnTo>
                    <a:pt x="1342118" y="91856"/>
                  </a:lnTo>
                  <a:lnTo>
                    <a:pt x="1347788" y="94579"/>
                  </a:lnTo>
                  <a:lnTo>
                    <a:pt x="1353458" y="97982"/>
                  </a:lnTo>
                  <a:lnTo>
                    <a:pt x="1359127" y="100931"/>
                  </a:lnTo>
                  <a:lnTo>
                    <a:pt x="1364570" y="104561"/>
                  </a:lnTo>
                  <a:lnTo>
                    <a:pt x="1370240" y="107964"/>
                  </a:lnTo>
                  <a:lnTo>
                    <a:pt x="1375456" y="111820"/>
                  </a:lnTo>
                  <a:lnTo>
                    <a:pt x="1380672" y="115677"/>
                  </a:lnTo>
                  <a:lnTo>
                    <a:pt x="1386115" y="119534"/>
                  </a:lnTo>
                  <a:lnTo>
                    <a:pt x="1391104" y="123844"/>
                  </a:lnTo>
                  <a:lnTo>
                    <a:pt x="1396093" y="128155"/>
                  </a:lnTo>
                  <a:lnTo>
                    <a:pt x="1400856" y="132465"/>
                  </a:lnTo>
                  <a:lnTo>
                    <a:pt x="1406072" y="137230"/>
                  </a:lnTo>
                  <a:lnTo>
                    <a:pt x="1410834" y="141767"/>
                  </a:lnTo>
                  <a:lnTo>
                    <a:pt x="1415370" y="146985"/>
                  </a:lnTo>
                  <a:lnTo>
                    <a:pt x="1419906" y="151976"/>
                  </a:lnTo>
                  <a:lnTo>
                    <a:pt x="1424442" y="156967"/>
                  </a:lnTo>
                  <a:lnTo>
                    <a:pt x="1428751" y="162185"/>
                  </a:lnTo>
                  <a:lnTo>
                    <a:pt x="1433060" y="167630"/>
                  </a:lnTo>
                  <a:lnTo>
                    <a:pt x="1437369" y="173075"/>
                  </a:lnTo>
                  <a:lnTo>
                    <a:pt x="1441224" y="178973"/>
                  </a:lnTo>
                  <a:lnTo>
                    <a:pt x="1445079" y="184645"/>
                  </a:lnTo>
                  <a:lnTo>
                    <a:pt x="1449161" y="190543"/>
                  </a:lnTo>
                  <a:lnTo>
                    <a:pt x="1452790" y="196669"/>
                  </a:lnTo>
                  <a:lnTo>
                    <a:pt x="1456419" y="202567"/>
                  </a:lnTo>
                  <a:lnTo>
                    <a:pt x="1460047" y="208920"/>
                  </a:lnTo>
                  <a:lnTo>
                    <a:pt x="1463222" y="215272"/>
                  </a:lnTo>
                  <a:lnTo>
                    <a:pt x="1466624" y="221624"/>
                  </a:lnTo>
                  <a:lnTo>
                    <a:pt x="1469572" y="228203"/>
                  </a:lnTo>
                  <a:lnTo>
                    <a:pt x="1472520" y="235010"/>
                  </a:lnTo>
                  <a:lnTo>
                    <a:pt x="1475695" y="241589"/>
                  </a:lnTo>
                  <a:lnTo>
                    <a:pt x="1478417" y="248395"/>
                  </a:lnTo>
                  <a:lnTo>
                    <a:pt x="1480911" y="255428"/>
                  </a:lnTo>
                  <a:lnTo>
                    <a:pt x="1483406" y="262460"/>
                  </a:lnTo>
                  <a:lnTo>
                    <a:pt x="1485674" y="269493"/>
                  </a:lnTo>
                  <a:lnTo>
                    <a:pt x="1487942" y="276753"/>
                  </a:lnTo>
                  <a:lnTo>
                    <a:pt x="1489983" y="284013"/>
                  </a:lnTo>
                  <a:lnTo>
                    <a:pt x="1492024" y="291273"/>
                  </a:lnTo>
                  <a:lnTo>
                    <a:pt x="1493838" y="298986"/>
                  </a:lnTo>
                  <a:lnTo>
                    <a:pt x="1495426" y="306473"/>
                  </a:lnTo>
                  <a:lnTo>
                    <a:pt x="1496786" y="313959"/>
                  </a:lnTo>
                  <a:lnTo>
                    <a:pt x="1498374" y="321673"/>
                  </a:lnTo>
                  <a:lnTo>
                    <a:pt x="1499281" y="329386"/>
                  </a:lnTo>
                  <a:lnTo>
                    <a:pt x="1500415" y="337100"/>
                  </a:lnTo>
                  <a:lnTo>
                    <a:pt x="1500809" y="340447"/>
                  </a:lnTo>
                  <a:lnTo>
                    <a:pt x="1501799" y="339950"/>
                  </a:lnTo>
                  <a:lnTo>
                    <a:pt x="1502922" y="339725"/>
                  </a:lnTo>
                  <a:lnTo>
                    <a:pt x="1504045" y="339725"/>
                  </a:lnTo>
                  <a:lnTo>
                    <a:pt x="1505392" y="339725"/>
                  </a:lnTo>
                  <a:lnTo>
                    <a:pt x="1506291" y="339950"/>
                  </a:lnTo>
                  <a:lnTo>
                    <a:pt x="1508761" y="341076"/>
                  </a:lnTo>
                  <a:lnTo>
                    <a:pt x="1510782" y="342427"/>
                  </a:lnTo>
                  <a:lnTo>
                    <a:pt x="1513028" y="344678"/>
                  </a:lnTo>
                  <a:lnTo>
                    <a:pt x="1515049" y="347380"/>
                  </a:lnTo>
                  <a:lnTo>
                    <a:pt x="1516846" y="350306"/>
                  </a:lnTo>
                  <a:lnTo>
                    <a:pt x="1518642" y="353909"/>
                  </a:lnTo>
                  <a:lnTo>
                    <a:pt x="1520214" y="357736"/>
                  </a:lnTo>
                  <a:lnTo>
                    <a:pt x="1521786" y="362239"/>
                  </a:lnTo>
                  <a:lnTo>
                    <a:pt x="1523134" y="367192"/>
                  </a:lnTo>
                  <a:lnTo>
                    <a:pt x="1524257" y="372145"/>
                  </a:lnTo>
                  <a:lnTo>
                    <a:pt x="1525380" y="377548"/>
                  </a:lnTo>
                  <a:lnTo>
                    <a:pt x="1526053" y="383176"/>
                  </a:lnTo>
                  <a:lnTo>
                    <a:pt x="1526503" y="389030"/>
                  </a:lnTo>
                  <a:lnTo>
                    <a:pt x="1526727" y="395334"/>
                  </a:lnTo>
                  <a:lnTo>
                    <a:pt x="1527176" y="401637"/>
                  </a:lnTo>
                  <a:lnTo>
                    <a:pt x="1526727" y="407941"/>
                  </a:lnTo>
                  <a:lnTo>
                    <a:pt x="1526503" y="414245"/>
                  </a:lnTo>
                  <a:lnTo>
                    <a:pt x="1526053" y="419873"/>
                  </a:lnTo>
                  <a:lnTo>
                    <a:pt x="1525380" y="425727"/>
                  </a:lnTo>
                  <a:lnTo>
                    <a:pt x="1524257" y="430905"/>
                  </a:lnTo>
                  <a:lnTo>
                    <a:pt x="1523134" y="436308"/>
                  </a:lnTo>
                  <a:lnTo>
                    <a:pt x="1521786" y="441036"/>
                  </a:lnTo>
                  <a:lnTo>
                    <a:pt x="1520214" y="445314"/>
                  </a:lnTo>
                  <a:lnTo>
                    <a:pt x="1518642" y="449366"/>
                  </a:lnTo>
                  <a:lnTo>
                    <a:pt x="1516846" y="452743"/>
                  </a:lnTo>
                  <a:lnTo>
                    <a:pt x="1515049" y="456120"/>
                  </a:lnTo>
                  <a:lnTo>
                    <a:pt x="1513028" y="458597"/>
                  </a:lnTo>
                  <a:lnTo>
                    <a:pt x="1510782" y="460623"/>
                  </a:lnTo>
                  <a:lnTo>
                    <a:pt x="1508761" y="462199"/>
                  </a:lnTo>
                  <a:lnTo>
                    <a:pt x="1506291" y="463100"/>
                  </a:lnTo>
                  <a:lnTo>
                    <a:pt x="1505392" y="463325"/>
                  </a:lnTo>
                  <a:lnTo>
                    <a:pt x="1504045" y="463550"/>
                  </a:lnTo>
                  <a:lnTo>
                    <a:pt x="1502922" y="463325"/>
                  </a:lnTo>
                  <a:lnTo>
                    <a:pt x="1501799" y="463100"/>
                  </a:lnTo>
                  <a:lnTo>
                    <a:pt x="1499553" y="462199"/>
                  </a:lnTo>
                  <a:lnTo>
                    <a:pt x="1497308" y="460623"/>
                  </a:lnTo>
                  <a:lnTo>
                    <a:pt x="1496170" y="459597"/>
                  </a:lnTo>
                  <a:lnTo>
                    <a:pt x="1495426" y="463692"/>
                  </a:lnTo>
                  <a:lnTo>
                    <a:pt x="1493838" y="471405"/>
                  </a:lnTo>
                  <a:lnTo>
                    <a:pt x="1492024" y="478892"/>
                  </a:lnTo>
                  <a:lnTo>
                    <a:pt x="1489983" y="486152"/>
                  </a:lnTo>
                  <a:lnTo>
                    <a:pt x="1487942" y="493638"/>
                  </a:lnTo>
                  <a:lnTo>
                    <a:pt x="1485674" y="500671"/>
                  </a:lnTo>
                  <a:lnTo>
                    <a:pt x="1483406" y="507704"/>
                  </a:lnTo>
                  <a:lnTo>
                    <a:pt x="1480911" y="514737"/>
                  </a:lnTo>
                  <a:lnTo>
                    <a:pt x="1478417" y="521770"/>
                  </a:lnTo>
                  <a:lnTo>
                    <a:pt x="1475695" y="528576"/>
                  </a:lnTo>
                  <a:lnTo>
                    <a:pt x="1472520" y="535155"/>
                  </a:lnTo>
                  <a:lnTo>
                    <a:pt x="1469572" y="541961"/>
                  </a:lnTo>
                  <a:lnTo>
                    <a:pt x="1466624" y="548540"/>
                  </a:lnTo>
                  <a:lnTo>
                    <a:pt x="1463222" y="554893"/>
                  </a:lnTo>
                  <a:lnTo>
                    <a:pt x="1460047" y="561245"/>
                  </a:lnTo>
                  <a:lnTo>
                    <a:pt x="1456419" y="567597"/>
                  </a:lnTo>
                  <a:lnTo>
                    <a:pt x="1452790" y="573496"/>
                  </a:lnTo>
                  <a:lnTo>
                    <a:pt x="1449161" y="579621"/>
                  </a:lnTo>
                  <a:lnTo>
                    <a:pt x="1445079" y="585520"/>
                  </a:lnTo>
                  <a:lnTo>
                    <a:pt x="1441224" y="591192"/>
                  </a:lnTo>
                  <a:lnTo>
                    <a:pt x="1437369" y="597090"/>
                  </a:lnTo>
                  <a:lnTo>
                    <a:pt x="1433060" y="602535"/>
                  </a:lnTo>
                  <a:lnTo>
                    <a:pt x="1428751" y="607980"/>
                  </a:lnTo>
                  <a:lnTo>
                    <a:pt x="1424442" y="613198"/>
                  </a:lnTo>
                  <a:lnTo>
                    <a:pt x="1419906" y="618189"/>
                  </a:lnTo>
                  <a:lnTo>
                    <a:pt x="1415370" y="623407"/>
                  </a:lnTo>
                  <a:lnTo>
                    <a:pt x="1410834" y="628171"/>
                  </a:lnTo>
                  <a:lnTo>
                    <a:pt x="1406072" y="632935"/>
                  </a:lnTo>
                  <a:lnTo>
                    <a:pt x="1400856" y="637699"/>
                  </a:lnTo>
                  <a:lnTo>
                    <a:pt x="1396093" y="642010"/>
                  </a:lnTo>
                  <a:lnTo>
                    <a:pt x="1391104" y="646320"/>
                  </a:lnTo>
                  <a:lnTo>
                    <a:pt x="1386115" y="650631"/>
                  </a:lnTo>
                  <a:lnTo>
                    <a:pt x="1380672" y="654714"/>
                  </a:lnTo>
                  <a:lnTo>
                    <a:pt x="1375456" y="658344"/>
                  </a:lnTo>
                  <a:lnTo>
                    <a:pt x="1370240" y="662201"/>
                  </a:lnTo>
                  <a:lnTo>
                    <a:pt x="1364570" y="665831"/>
                  </a:lnTo>
                  <a:lnTo>
                    <a:pt x="1359127" y="669007"/>
                  </a:lnTo>
                  <a:lnTo>
                    <a:pt x="1353458" y="672410"/>
                  </a:lnTo>
                  <a:lnTo>
                    <a:pt x="1347788" y="675359"/>
                  </a:lnTo>
                  <a:lnTo>
                    <a:pt x="1342118" y="678309"/>
                  </a:lnTo>
                  <a:lnTo>
                    <a:pt x="1335995" y="681031"/>
                  </a:lnTo>
                  <a:lnTo>
                    <a:pt x="1330325" y="683753"/>
                  </a:lnTo>
                  <a:lnTo>
                    <a:pt x="1324429" y="686022"/>
                  </a:lnTo>
                  <a:lnTo>
                    <a:pt x="1318533" y="688291"/>
                  </a:lnTo>
                  <a:lnTo>
                    <a:pt x="1312409" y="690333"/>
                  </a:lnTo>
                  <a:lnTo>
                    <a:pt x="1306059" y="692148"/>
                  </a:lnTo>
                  <a:lnTo>
                    <a:pt x="1299936" y="693736"/>
                  </a:lnTo>
                  <a:lnTo>
                    <a:pt x="1293813" y="695324"/>
                  </a:lnTo>
                  <a:lnTo>
                    <a:pt x="1287463" y="696458"/>
                  </a:lnTo>
                  <a:lnTo>
                    <a:pt x="1281113" y="697592"/>
                  </a:lnTo>
                  <a:lnTo>
                    <a:pt x="1274536" y="698500"/>
                  </a:lnTo>
                  <a:lnTo>
                    <a:pt x="1268186" y="699407"/>
                  </a:lnTo>
                  <a:lnTo>
                    <a:pt x="1261609" y="699861"/>
                  </a:lnTo>
                  <a:lnTo>
                    <a:pt x="1255033" y="700088"/>
                  </a:lnTo>
                  <a:lnTo>
                    <a:pt x="1248456" y="700088"/>
                  </a:lnTo>
                  <a:lnTo>
                    <a:pt x="1241879" y="700088"/>
                  </a:lnTo>
                  <a:lnTo>
                    <a:pt x="1235529" y="699861"/>
                  </a:lnTo>
                  <a:lnTo>
                    <a:pt x="1228952" y="699407"/>
                  </a:lnTo>
                  <a:lnTo>
                    <a:pt x="1222602" y="698500"/>
                  </a:lnTo>
                  <a:lnTo>
                    <a:pt x="1216252" y="697592"/>
                  </a:lnTo>
                  <a:lnTo>
                    <a:pt x="1209675" y="696458"/>
                  </a:lnTo>
                  <a:lnTo>
                    <a:pt x="1203325" y="695324"/>
                  </a:lnTo>
                  <a:lnTo>
                    <a:pt x="1197429" y="693736"/>
                  </a:lnTo>
                  <a:lnTo>
                    <a:pt x="1191079" y="692148"/>
                  </a:lnTo>
                  <a:lnTo>
                    <a:pt x="1184956" y="690333"/>
                  </a:lnTo>
                  <a:lnTo>
                    <a:pt x="1178832" y="688291"/>
                  </a:lnTo>
                  <a:lnTo>
                    <a:pt x="1172936" y="686022"/>
                  </a:lnTo>
                  <a:lnTo>
                    <a:pt x="1166813" y="683753"/>
                  </a:lnTo>
                  <a:lnTo>
                    <a:pt x="1160916" y="681031"/>
                  </a:lnTo>
                  <a:lnTo>
                    <a:pt x="1155247" y="678309"/>
                  </a:lnTo>
                  <a:lnTo>
                    <a:pt x="1149350" y="675359"/>
                  </a:lnTo>
                  <a:lnTo>
                    <a:pt x="1143907" y="672410"/>
                  </a:lnTo>
                  <a:lnTo>
                    <a:pt x="1138011" y="669007"/>
                  </a:lnTo>
                  <a:lnTo>
                    <a:pt x="1132568" y="665831"/>
                  </a:lnTo>
                  <a:lnTo>
                    <a:pt x="1127125" y="662201"/>
                  </a:lnTo>
                  <a:lnTo>
                    <a:pt x="1121682" y="658344"/>
                  </a:lnTo>
                  <a:lnTo>
                    <a:pt x="1116240" y="654714"/>
                  </a:lnTo>
                  <a:lnTo>
                    <a:pt x="1111250" y="650631"/>
                  </a:lnTo>
                  <a:lnTo>
                    <a:pt x="1106034" y="646320"/>
                  </a:lnTo>
                  <a:lnTo>
                    <a:pt x="1101272" y="642010"/>
                  </a:lnTo>
                  <a:lnTo>
                    <a:pt x="1096056" y="637699"/>
                  </a:lnTo>
                  <a:lnTo>
                    <a:pt x="1091293" y="632935"/>
                  </a:lnTo>
                  <a:lnTo>
                    <a:pt x="1086531" y="628171"/>
                  </a:lnTo>
                  <a:lnTo>
                    <a:pt x="1081768" y="623407"/>
                  </a:lnTo>
                  <a:lnTo>
                    <a:pt x="1077232" y="618189"/>
                  </a:lnTo>
                  <a:lnTo>
                    <a:pt x="1072697" y="613198"/>
                  </a:lnTo>
                  <a:lnTo>
                    <a:pt x="1068388" y="607980"/>
                  </a:lnTo>
                  <a:lnTo>
                    <a:pt x="1064079" y="602535"/>
                  </a:lnTo>
                  <a:lnTo>
                    <a:pt x="1059997" y="597090"/>
                  </a:lnTo>
                  <a:lnTo>
                    <a:pt x="1055688" y="591192"/>
                  </a:lnTo>
                  <a:lnTo>
                    <a:pt x="1052059" y="585520"/>
                  </a:lnTo>
                  <a:lnTo>
                    <a:pt x="1048204" y="579621"/>
                  </a:lnTo>
                  <a:lnTo>
                    <a:pt x="1044348" y="573496"/>
                  </a:lnTo>
                  <a:lnTo>
                    <a:pt x="1040947" y="567597"/>
                  </a:lnTo>
                  <a:lnTo>
                    <a:pt x="1037318" y="561245"/>
                  </a:lnTo>
                  <a:lnTo>
                    <a:pt x="1033916" y="554893"/>
                  </a:lnTo>
                  <a:lnTo>
                    <a:pt x="1030514" y="548540"/>
                  </a:lnTo>
                  <a:lnTo>
                    <a:pt x="1027566" y="541961"/>
                  </a:lnTo>
                  <a:lnTo>
                    <a:pt x="1024391" y="535155"/>
                  </a:lnTo>
                  <a:lnTo>
                    <a:pt x="1021670" y="528576"/>
                  </a:lnTo>
                  <a:lnTo>
                    <a:pt x="1018948" y="521770"/>
                  </a:lnTo>
                  <a:lnTo>
                    <a:pt x="1016227" y="514737"/>
                  </a:lnTo>
                  <a:lnTo>
                    <a:pt x="1013959" y="507704"/>
                  </a:lnTo>
                  <a:lnTo>
                    <a:pt x="1011238" y="500671"/>
                  </a:lnTo>
                  <a:lnTo>
                    <a:pt x="1008970" y="493638"/>
                  </a:lnTo>
                  <a:lnTo>
                    <a:pt x="1007155" y="486152"/>
                  </a:lnTo>
                  <a:lnTo>
                    <a:pt x="1005341" y="478892"/>
                  </a:lnTo>
                  <a:lnTo>
                    <a:pt x="1003527" y="471405"/>
                  </a:lnTo>
                  <a:lnTo>
                    <a:pt x="1001713" y="463692"/>
                  </a:lnTo>
                  <a:lnTo>
                    <a:pt x="1001178" y="460749"/>
                  </a:lnTo>
                  <a:lnTo>
                    <a:pt x="999308" y="462199"/>
                  </a:lnTo>
                  <a:lnTo>
                    <a:pt x="997052" y="463100"/>
                  </a:lnTo>
                  <a:lnTo>
                    <a:pt x="995698" y="463325"/>
                  </a:lnTo>
                  <a:lnTo>
                    <a:pt x="994569" y="463550"/>
                  </a:lnTo>
                  <a:lnTo>
                    <a:pt x="993215" y="463325"/>
                  </a:lnTo>
                  <a:lnTo>
                    <a:pt x="992312" y="463100"/>
                  </a:lnTo>
                  <a:lnTo>
                    <a:pt x="990056" y="462199"/>
                  </a:lnTo>
                  <a:lnTo>
                    <a:pt x="987799" y="460623"/>
                  </a:lnTo>
                  <a:lnTo>
                    <a:pt x="985768" y="458597"/>
                  </a:lnTo>
                  <a:lnTo>
                    <a:pt x="983737" y="456120"/>
                  </a:lnTo>
                  <a:lnTo>
                    <a:pt x="981706" y="452743"/>
                  </a:lnTo>
                  <a:lnTo>
                    <a:pt x="979900" y="449366"/>
                  </a:lnTo>
                  <a:lnTo>
                    <a:pt x="978095" y="445314"/>
                  </a:lnTo>
                  <a:lnTo>
                    <a:pt x="976741" y="441036"/>
                  </a:lnTo>
                  <a:lnTo>
                    <a:pt x="975387" y="436308"/>
                  </a:lnTo>
                  <a:lnTo>
                    <a:pt x="974484" y="430905"/>
                  </a:lnTo>
                  <a:lnTo>
                    <a:pt x="973356" y="425727"/>
                  </a:lnTo>
                  <a:lnTo>
                    <a:pt x="972679" y="419873"/>
                  </a:lnTo>
                  <a:lnTo>
                    <a:pt x="971776" y="414245"/>
                  </a:lnTo>
                  <a:lnTo>
                    <a:pt x="971550" y="407941"/>
                  </a:lnTo>
                  <a:lnTo>
                    <a:pt x="971550" y="401637"/>
                  </a:lnTo>
                  <a:lnTo>
                    <a:pt x="971550" y="395334"/>
                  </a:lnTo>
                  <a:lnTo>
                    <a:pt x="971776" y="389030"/>
                  </a:lnTo>
                  <a:lnTo>
                    <a:pt x="972679" y="383176"/>
                  </a:lnTo>
                  <a:lnTo>
                    <a:pt x="973356" y="377548"/>
                  </a:lnTo>
                  <a:lnTo>
                    <a:pt x="974484" y="372145"/>
                  </a:lnTo>
                  <a:lnTo>
                    <a:pt x="975387" y="367192"/>
                  </a:lnTo>
                  <a:lnTo>
                    <a:pt x="976741" y="362239"/>
                  </a:lnTo>
                  <a:lnTo>
                    <a:pt x="978095" y="357736"/>
                  </a:lnTo>
                  <a:lnTo>
                    <a:pt x="979900" y="353909"/>
                  </a:lnTo>
                  <a:lnTo>
                    <a:pt x="981706" y="350306"/>
                  </a:lnTo>
                  <a:lnTo>
                    <a:pt x="983737" y="347380"/>
                  </a:lnTo>
                  <a:lnTo>
                    <a:pt x="985768" y="344678"/>
                  </a:lnTo>
                  <a:lnTo>
                    <a:pt x="987799" y="342427"/>
                  </a:lnTo>
                  <a:lnTo>
                    <a:pt x="990056" y="341076"/>
                  </a:lnTo>
                  <a:lnTo>
                    <a:pt x="992312" y="339950"/>
                  </a:lnTo>
                  <a:lnTo>
                    <a:pt x="993215" y="339725"/>
                  </a:lnTo>
                  <a:lnTo>
                    <a:pt x="994569" y="339725"/>
                  </a:lnTo>
                  <a:lnTo>
                    <a:pt x="995698" y="339725"/>
                  </a:lnTo>
                  <a:lnTo>
                    <a:pt x="996322" y="339829"/>
                  </a:lnTo>
                  <a:lnTo>
                    <a:pt x="996723" y="337100"/>
                  </a:lnTo>
                  <a:lnTo>
                    <a:pt x="997630" y="329386"/>
                  </a:lnTo>
                  <a:lnTo>
                    <a:pt x="998991" y="321673"/>
                  </a:lnTo>
                  <a:lnTo>
                    <a:pt x="1000352" y="313959"/>
                  </a:lnTo>
                  <a:lnTo>
                    <a:pt x="1001713" y="306473"/>
                  </a:lnTo>
                  <a:lnTo>
                    <a:pt x="1003527" y="298986"/>
                  </a:lnTo>
                  <a:lnTo>
                    <a:pt x="1005341" y="291273"/>
                  </a:lnTo>
                  <a:lnTo>
                    <a:pt x="1007155" y="284013"/>
                  </a:lnTo>
                  <a:lnTo>
                    <a:pt x="1008970" y="276753"/>
                  </a:lnTo>
                  <a:lnTo>
                    <a:pt x="1011238" y="269493"/>
                  </a:lnTo>
                  <a:lnTo>
                    <a:pt x="1013959" y="262460"/>
                  </a:lnTo>
                  <a:lnTo>
                    <a:pt x="1016227" y="255428"/>
                  </a:lnTo>
                  <a:lnTo>
                    <a:pt x="1018948" y="248395"/>
                  </a:lnTo>
                  <a:lnTo>
                    <a:pt x="1021670" y="241589"/>
                  </a:lnTo>
                  <a:lnTo>
                    <a:pt x="1024391" y="235010"/>
                  </a:lnTo>
                  <a:lnTo>
                    <a:pt x="1027566" y="228203"/>
                  </a:lnTo>
                  <a:lnTo>
                    <a:pt x="1030514" y="221624"/>
                  </a:lnTo>
                  <a:lnTo>
                    <a:pt x="1033916" y="215272"/>
                  </a:lnTo>
                  <a:lnTo>
                    <a:pt x="1037318" y="208920"/>
                  </a:lnTo>
                  <a:lnTo>
                    <a:pt x="1040947" y="202567"/>
                  </a:lnTo>
                  <a:lnTo>
                    <a:pt x="1044348" y="196669"/>
                  </a:lnTo>
                  <a:lnTo>
                    <a:pt x="1048204" y="190543"/>
                  </a:lnTo>
                  <a:lnTo>
                    <a:pt x="1052059" y="184645"/>
                  </a:lnTo>
                  <a:lnTo>
                    <a:pt x="1055688" y="178973"/>
                  </a:lnTo>
                  <a:lnTo>
                    <a:pt x="1059997" y="173075"/>
                  </a:lnTo>
                  <a:lnTo>
                    <a:pt x="1064079" y="167630"/>
                  </a:lnTo>
                  <a:lnTo>
                    <a:pt x="1068388" y="162185"/>
                  </a:lnTo>
                  <a:lnTo>
                    <a:pt x="1072697" y="156967"/>
                  </a:lnTo>
                  <a:lnTo>
                    <a:pt x="1077232" y="151976"/>
                  </a:lnTo>
                  <a:lnTo>
                    <a:pt x="1081768" y="146985"/>
                  </a:lnTo>
                  <a:lnTo>
                    <a:pt x="1086531" y="141767"/>
                  </a:lnTo>
                  <a:lnTo>
                    <a:pt x="1091293" y="137230"/>
                  </a:lnTo>
                  <a:lnTo>
                    <a:pt x="1096056" y="132465"/>
                  </a:lnTo>
                  <a:lnTo>
                    <a:pt x="1101272" y="128155"/>
                  </a:lnTo>
                  <a:lnTo>
                    <a:pt x="1106034" y="123844"/>
                  </a:lnTo>
                  <a:lnTo>
                    <a:pt x="1111250" y="119534"/>
                  </a:lnTo>
                  <a:lnTo>
                    <a:pt x="1116240" y="115677"/>
                  </a:lnTo>
                  <a:lnTo>
                    <a:pt x="1121682" y="111820"/>
                  </a:lnTo>
                  <a:lnTo>
                    <a:pt x="1127125" y="107964"/>
                  </a:lnTo>
                  <a:lnTo>
                    <a:pt x="1132568" y="104561"/>
                  </a:lnTo>
                  <a:lnTo>
                    <a:pt x="1138011" y="100931"/>
                  </a:lnTo>
                  <a:lnTo>
                    <a:pt x="1143907" y="97982"/>
                  </a:lnTo>
                  <a:lnTo>
                    <a:pt x="1149350" y="94579"/>
                  </a:lnTo>
                  <a:lnTo>
                    <a:pt x="1155247" y="91856"/>
                  </a:lnTo>
                  <a:lnTo>
                    <a:pt x="1160916" y="89134"/>
                  </a:lnTo>
                  <a:lnTo>
                    <a:pt x="1166813" y="86638"/>
                  </a:lnTo>
                  <a:lnTo>
                    <a:pt x="1172936" y="84369"/>
                  </a:lnTo>
                  <a:lnTo>
                    <a:pt x="1178832" y="82101"/>
                  </a:lnTo>
                  <a:lnTo>
                    <a:pt x="1184956" y="80059"/>
                  </a:lnTo>
                  <a:lnTo>
                    <a:pt x="1191079" y="78017"/>
                  </a:lnTo>
                  <a:lnTo>
                    <a:pt x="1197429" y="76429"/>
                  </a:lnTo>
                  <a:lnTo>
                    <a:pt x="1203325" y="74841"/>
                  </a:lnTo>
                  <a:lnTo>
                    <a:pt x="1209675" y="73707"/>
                  </a:lnTo>
                  <a:lnTo>
                    <a:pt x="1216252" y="72346"/>
                  </a:lnTo>
                  <a:lnTo>
                    <a:pt x="1222602" y="71665"/>
                  </a:lnTo>
                  <a:lnTo>
                    <a:pt x="1228952" y="70984"/>
                  </a:lnTo>
                  <a:lnTo>
                    <a:pt x="1235529" y="70304"/>
                  </a:lnTo>
                  <a:lnTo>
                    <a:pt x="1241879" y="70077"/>
                  </a:lnTo>
                  <a:lnTo>
                    <a:pt x="1248456" y="69850"/>
                  </a:lnTo>
                  <a:close/>
                  <a:moveTo>
                    <a:pt x="513333" y="14287"/>
                  </a:moveTo>
                  <a:lnTo>
                    <a:pt x="519907" y="14287"/>
                  </a:lnTo>
                  <a:lnTo>
                    <a:pt x="526481" y="14287"/>
                  </a:lnTo>
                  <a:lnTo>
                    <a:pt x="533055" y="14514"/>
                  </a:lnTo>
                  <a:lnTo>
                    <a:pt x="539629" y="14968"/>
                  </a:lnTo>
                  <a:lnTo>
                    <a:pt x="545976" y="15875"/>
                  </a:lnTo>
                  <a:lnTo>
                    <a:pt x="552550" y="16783"/>
                  </a:lnTo>
                  <a:lnTo>
                    <a:pt x="558670" y="17917"/>
                  </a:lnTo>
                  <a:lnTo>
                    <a:pt x="565017" y="19051"/>
                  </a:lnTo>
                  <a:lnTo>
                    <a:pt x="571365" y="20639"/>
                  </a:lnTo>
                  <a:lnTo>
                    <a:pt x="577485" y="22454"/>
                  </a:lnTo>
                  <a:lnTo>
                    <a:pt x="583379" y="24042"/>
                  </a:lnTo>
                  <a:lnTo>
                    <a:pt x="589499" y="26084"/>
                  </a:lnTo>
                  <a:lnTo>
                    <a:pt x="595620" y="28353"/>
                  </a:lnTo>
                  <a:lnTo>
                    <a:pt x="601740" y="30621"/>
                  </a:lnTo>
                  <a:lnTo>
                    <a:pt x="607408" y="33571"/>
                  </a:lnTo>
                  <a:lnTo>
                    <a:pt x="613301" y="36066"/>
                  </a:lnTo>
                  <a:lnTo>
                    <a:pt x="618969" y="39016"/>
                  </a:lnTo>
                  <a:lnTo>
                    <a:pt x="624862" y="41965"/>
                  </a:lnTo>
                  <a:lnTo>
                    <a:pt x="630303" y="45368"/>
                  </a:lnTo>
                  <a:lnTo>
                    <a:pt x="635970" y="48544"/>
                  </a:lnTo>
                  <a:lnTo>
                    <a:pt x="641184" y="52174"/>
                  </a:lnTo>
                  <a:lnTo>
                    <a:pt x="646851" y="56031"/>
                  </a:lnTo>
                  <a:lnTo>
                    <a:pt x="652065" y="59887"/>
                  </a:lnTo>
                  <a:lnTo>
                    <a:pt x="657052" y="63744"/>
                  </a:lnTo>
                  <a:lnTo>
                    <a:pt x="662492" y="68055"/>
                  </a:lnTo>
                  <a:lnTo>
                    <a:pt x="667479" y="72365"/>
                  </a:lnTo>
                  <a:lnTo>
                    <a:pt x="672239" y="76902"/>
                  </a:lnTo>
                  <a:lnTo>
                    <a:pt x="677227" y="81440"/>
                  </a:lnTo>
                  <a:lnTo>
                    <a:pt x="681760" y="86204"/>
                  </a:lnTo>
                  <a:lnTo>
                    <a:pt x="686521" y="90968"/>
                  </a:lnTo>
                  <a:lnTo>
                    <a:pt x="691281" y="96186"/>
                  </a:lnTo>
                  <a:lnTo>
                    <a:pt x="695815" y="101177"/>
                  </a:lnTo>
                  <a:lnTo>
                    <a:pt x="699895" y="106395"/>
                  </a:lnTo>
                  <a:lnTo>
                    <a:pt x="704202" y="112067"/>
                  </a:lnTo>
                  <a:lnTo>
                    <a:pt x="708509" y="117512"/>
                  </a:lnTo>
                  <a:lnTo>
                    <a:pt x="712589" y="123183"/>
                  </a:lnTo>
                  <a:lnTo>
                    <a:pt x="716443" y="128855"/>
                  </a:lnTo>
                  <a:lnTo>
                    <a:pt x="720523" y="134754"/>
                  </a:lnTo>
                  <a:lnTo>
                    <a:pt x="723924" y="140652"/>
                  </a:lnTo>
                  <a:lnTo>
                    <a:pt x="727777" y="146778"/>
                  </a:lnTo>
                  <a:lnTo>
                    <a:pt x="730951" y="153130"/>
                  </a:lnTo>
                  <a:lnTo>
                    <a:pt x="734578" y="159482"/>
                  </a:lnTo>
                  <a:lnTo>
                    <a:pt x="737751" y="166061"/>
                  </a:lnTo>
                  <a:lnTo>
                    <a:pt x="740925" y="172640"/>
                  </a:lnTo>
                  <a:lnTo>
                    <a:pt x="743872" y="179220"/>
                  </a:lnTo>
                  <a:lnTo>
                    <a:pt x="746592" y="186026"/>
                  </a:lnTo>
                  <a:lnTo>
                    <a:pt x="749539" y="192832"/>
                  </a:lnTo>
                  <a:lnTo>
                    <a:pt x="752259" y="199638"/>
                  </a:lnTo>
                  <a:lnTo>
                    <a:pt x="754753" y="206671"/>
                  </a:lnTo>
                  <a:lnTo>
                    <a:pt x="757020" y="213704"/>
                  </a:lnTo>
                  <a:lnTo>
                    <a:pt x="759287" y="220963"/>
                  </a:lnTo>
                  <a:lnTo>
                    <a:pt x="761327" y="228450"/>
                  </a:lnTo>
                  <a:lnTo>
                    <a:pt x="763367" y="235710"/>
                  </a:lnTo>
                  <a:lnTo>
                    <a:pt x="765180" y="242969"/>
                  </a:lnTo>
                  <a:lnTo>
                    <a:pt x="766540" y="250683"/>
                  </a:lnTo>
                  <a:lnTo>
                    <a:pt x="768127" y="258170"/>
                  </a:lnTo>
                  <a:lnTo>
                    <a:pt x="769261" y="265656"/>
                  </a:lnTo>
                  <a:lnTo>
                    <a:pt x="770621" y="273597"/>
                  </a:lnTo>
                  <a:lnTo>
                    <a:pt x="771528" y="281310"/>
                  </a:lnTo>
                  <a:lnTo>
                    <a:pt x="771841" y="283505"/>
                  </a:lnTo>
                  <a:lnTo>
                    <a:pt x="773361" y="282802"/>
                  </a:lnTo>
                  <a:lnTo>
                    <a:pt x="774259" y="282574"/>
                  </a:lnTo>
                  <a:lnTo>
                    <a:pt x="775606" y="282574"/>
                  </a:lnTo>
                  <a:lnTo>
                    <a:pt x="776729" y="282574"/>
                  </a:lnTo>
                  <a:lnTo>
                    <a:pt x="777852" y="282802"/>
                  </a:lnTo>
                  <a:lnTo>
                    <a:pt x="780098" y="283945"/>
                  </a:lnTo>
                  <a:lnTo>
                    <a:pt x="782344" y="285315"/>
                  </a:lnTo>
                  <a:lnTo>
                    <a:pt x="784589" y="287371"/>
                  </a:lnTo>
                  <a:lnTo>
                    <a:pt x="786611" y="289884"/>
                  </a:lnTo>
                  <a:lnTo>
                    <a:pt x="788407" y="293311"/>
                  </a:lnTo>
                  <a:lnTo>
                    <a:pt x="789979" y="296737"/>
                  </a:lnTo>
                  <a:lnTo>
                    <a:pt x="791776" y="300849"/>
                  </a:lnTo>
                  <a:lnTo>
                    <a:pt x="793348" y="305189"/>
                  </a:lnTo>
                  <a:lnTo>
                    <a:pt x="794471" y="309987"/>
                  </a:lnTo>
                  <a:lnTo>
                    <a:pt x="795818" y="315469"/>
                  </a:lnTo>
                  <a:lnTo>
                    <a:pt x="796492" y="320723"/>
                  </a:lnTo>
                  <a:lnTo>
                    <a:pt x="797390" y="326663"/>
                  </a:lnTo>
                  <a:lnTo>
                    <a:pt x="798064" y="332602"/>
                  </a:lnTo>
                  <a:lnTo>
                    <a:pt x="798289" y="338770"/>
                  </a:lnTo>
                  <a:lnTo>
                    <a:pt x="798513" y="345166"/>
                  </a:lnTo>
                  <a:lnTo>
                    <a:pt x="798289" y="351563"/>
                  </a:lnTo>
                  <a:lnTo>
                    <a:pt x="798064" y="357730"/>
                  </a:lnTo>
                  <a:lnTo>
                    <a:pt x="797390" y="363898"/>
                  </a:lnTo>
                  <a:lnTo>
                    <a:pt x="796492" y="369609"/>
                  </a:lnTo>
                  <a:lnTo>
                    <a:pt x="795818" y="375092"/>
                  </a:lnTo>
                  <a:lnTo>
                    <a:pt x="794471" y="380117"/>
                  </a:lnTo>
                  <a:lnTo>
                    <a:pt x="793348" y="385143"/>
                  </a:lnTo>
                  <a:lnTo>
                    <a:pt x="791776" y="389712"/>
                  </a:lnTo>
                  <a:lnTo>
                    <a:pt x="789979" y="393595"/>
                  </a:lnTo>
                  <a:lnTo>
                    <a:pt x="788407" y="397250"/>
                  </a:lnTo>
                  <a:lnTo>
                    <a:pt x="786611" y="400220"/>
                  </a:lnTo>
                  <a:lnTo>
                    <a:pt x="784589" y="403190"/>
                  </a:lnTo>
                  <a:lnTo>
                    <a:pt x="782344" y="405017"/>
                  </a:lnTo>
                  <a:lnTo>
                    <a:pt x="780098" y="406616"/>
                  </a:lnTo>
                  <a:lnTo>
                    <a:pt x="777852" y="407758"/>
                  </a:lnTo>
                  <a:lnTo>
                    <a:pt x="776729" y="407987"/>
                  </a:lnTo>
                  <a:lnTo>
                    <a:pt x="775606" y="407987"/>
                  </a:lnTo>
                  <a:lnTo>
                    <a:pt x="774259" y="407987"/>
                  </a:lnTo>
                  <a:lnTo>
                    <a:pt x="773361" y="407758"/>
                  </a:lnTo>
                  <a:lnTo>
                    <a:pt x="770890" y="406616"/>
                  </a:lnTo>
                  <a:lnTo>
                    <a:pt x="768869" y="405017"/>
                  </a:lnTo>
                  <a:lnTo>
                    <a:pt x="767445" y="403859"/>
                  </a:lnTo>
                  <a:lnTo>
                    <a:pt x="766540" y="408129"/>
                  </a:lnTo>
                  <a:lnTo>
                    <a:pt x="765180" y="415616"/>
                  </a:lnTo>
                  <a:lnTo>
                    <a:pt x="763367" y="423102"/>
                  </a:lnTo>
                  <a:lnTo>
                    <a:pt x="761327" y="430362"/>
                  </a:lnTo>
                  <a:lnTo>
                    <a:pt x="759287" y="437622"/>
                  </a:lnTo>
                  <a:lnTo>
                    <a:pt x="757020" y="444655"/>
                  </a:lnTo>
                  <a:lnTo>
                    <a:pt x="754753" y="452141"/>
                  </a:lnTo>
                  <a:lnTo>
                    <a:pt x="752259" y="458947"/>
                  </a:lnTo>
                  <a:lnTo>
                    <a:pt x="749539" y="465980"/>
                  </a:lnTo>
                  <a:lnTo>
                    <a:pt x="746592" y="472786"/>
                  </a:lnTo>
                  <a:lnTo>
                    <a:pt x="743872" y="479592"/>
                  </a:lnTo>
                  <a:lnTo>
                    <a:pt x="740925" y="486171"/>
                  </a:lnTo>
                  <a:lnTo>
                    <a:pt x="737751" y="492751"/>
                  </a:lnTo>
                  <a:lnTo>
                    <a:pt x="734578" y="499330"/>
                  </a:lnTo>
                  <a:lnTo>
                    <a:pt x="730951" y="505682"/>
                  </a:lnTo>
                  <a:lnTo>
                    <a:pt x="727777" y="511581"/>
                  </a:lnTo>
                  <a:lnTo>
                    <a:pt x="723924" y="517933"/>
                  </a:lnTo>
                  <a:lnTo>
                    <a:pt x="720523" y="523831"/>
                  </a:lnTo>
                  <a:lnTo>
                    <a:pt x="716443" y="529730"/>
                  </a:lnTo>
                  <a:lnTo>
                    <a:pt x="712589" y="535629"/>
                  </a:lnTo>
                  <a:lnTo>
                    <a:pt x="708509" y="541300"/>
                  </a:lnTo>
                  <a:lnTo>
                    <a:pt x="704202" y="546745"/>
                  </a:lnTo>
                  <a:lnTo>
                    <a:pt x="699895" y="551963"/>
                  </a:lnTo>
                  <a:lnTo>
                    <a:pt x="695815" y="557408"/>
                  </a:lnTo>
                  <a:lnTo>
                    <a:pt x="691281" y="562626"/>
                  </a:lnTo>
                  <a:lnTo>
                    <a:pt x="686521" y="567617"/>
                  </a:lnTo>
                  <a:lnTo>
                    <a:pt x="681760" y="572608"/>
                  </a:lnTo>
                  <a:lnTo>
                    <a:pt x="677227" y="577372"/>
                  </a:lnTo>
                  <a:lnTo>
                    <a:pt x="672239" y="581909"/>
                  </a:lnTo>
                  <a:lnTo>
                    <a:pt x="667479" y="586447"/>
                  </a:lnTo>
                  <a:lnTo>
                    <a:pt x="662492" y="590757"/>
                  </a:lnTo>
                  <a:lnTo>
                    <a:pt x="657052" y="594841"/>
                  </a:lnTo>
                  <a:lnTo>
                    <a:pt x="652065" y="598698"/>
                  </a:lnTo>
                  <a:lnTo>
                    <a:pt x="646851" y="602781"/>
                  </a:lnTo>
                  <a:lnTo>
                    <a:pt x="641184" y="606411"/>
                  </a:lnTo>
                  <a:lnTo>
                    <a:pt x="635970" y="609814"/>
                  </a:lnTo>
                  <a:lnTo>
                    <a:pt x="630303" y="613444"/>
                  </a:lnTo>
                  <a:lnTo>
                    <a:pt x="624862" y="616620"/>
                  </a:lnTo>
                  <a:lnTo>
                    <a:pt x="618969" y="619796"/>
                  </a:lnTo>
                  <a:lnTo>
                    <a:pt x="613301" y="622519"/>
                  </a:lnTo>
                  <a:lnTo>
                    <a:pt x="607408" y="625241"/>
                  </a:lnTo>
                  <a:lnTo>
                    <a:pt x="601740" y="627737"/>
                  </a:lnTo>
                  <a:lnTo>
                    <a:pt x="595620" y="630232"/>
                  </a:lnTo>
                  <a:lnTo>
                    <a:pt x="589499" y="632501"/>
                  </a:lnTo>
                  <a:lnTo>
                    <a:pt x="583379" y="634543"/>
                  </a:lnTo>
                  <a:lnTo>
                    <a:pt x="577485" y="636358"/>
                  </a:lnTo>
                  <a:lnTo>
                    <a:pt x="571365" y="638173"/>
                  </a:lnTo>
                  <a:lnTo>
                    <a:pt x="565017" y="639307"/>
                  </a:lnTo>
                  <a:lnTo>
                    <a:pt x="558670" y="640895"/>
                  </a:lnTo>
                  <a:lnTo>
                    <a:pt x="552550" y="642029"/>
                  </a:lnTo>
                  <a:lnTo>
                    <a:pt x="545976" y="642710"/>
                  </a:lnTo>
                  <a:lnTo>
                    <a:pt x="539629" y="643391"/>
                  </a:lnTo>
                  <a:lnTo>
                    <a:pt x="533055" y="644071"/>
                  </a:lnTo>
                  <a:lnTo>
                    <a:pt x="526481" y="644525"/>
                  </a:lnTo>
                  <a:lnTo>
                    <a:pt x="519907" y="644525"/>
                  </a:lnTo>
                  <a:lnTo>
                    <a:pt x="513333" y="644525"/>
                  </a:lnTo>
                  <a:lnTo>
                    <a:pt x="506759" y="644071"/>
                  </a:lnTo>
                  <a:lnTo>
                    <a:pt x="500186" y="643391"/>
                  </a:lnTo>
                  <a:lnTo>
                    <a:pt x="493838" y="642710"/>
                  </a:lnTo>
                  <a:lnTo>
                    <a:pt x="487264" y="642029"/>
                  </a:lnTo>
                  <a:lnTo>
                    <a:pt x="481144" y="640895"/>
                  </a:lnTo>
                  <a:lnTo>
                    <a:pt x="474797" y="639307"/>
                  </a:lnTo>
                  <a:lnTo>
                    <a:pt x="468450" y="638173"/>
                  </a:lnTo>
                  <a:lnTo>
                    <a:pt x="462329" y="636358"/>
                  </a:lnTo>
                  <a:lnTo>
                    <a:pt x="456435" y="634543"/>
                  </a:lnTo>
                  <a:lnTo>
                    <a:pt x="450315" y="632501"/>
                  </a:lnTo>
                  <a:lnTo>
                    <a:pt x="444194" y="630232"/>
                  </a:lnTo>
                  <a:lnTo>
                    <a:pt x="438301" y="627737"/>
                  </a:lnTo>
                  <a:lnTo>
                    <a:pt x="432407" y="625241"/>
                  </a:lnTo>
                  <a:lnTo>
                    <a:pt x="426513" y="622519"/>
                  </a:lnTo>
                  <a:lnTo>
                    <a:pt x="420846" y="619796"/>
                  </a:lnTo>
                  <a:lnTo>
                    <a:pt x="414952" y="616620"/>
                  </a:lnTo>
                  <a:lnTo>
                    <a:pt x="409512" y="613444"/>
                  </a:lnTo>
                  <a:lnTo>
                    <a:pt x="403844" y="609814"/>
                  </a:lnTo>
                  <a:lnTo>
                    <a:pt x="398631" y="606411"/>
                  </a:lnTo>
                  <a:lnTo>
                    <a:pt x="392963" y="602781"/>
                  </a:lnTo>
                  <a:lnTo>
                    <a:pt x="387750" y="598698"/>
                  </a:lnTo>
                  <a:lnTo>
                    <a:pt x="382763" y="594841"/>
                  </a:lnTo>
                  <a:lnTo>
                    <a:pt x="377322" y="590757"/>
                  </a:lnTo>
                  <a:lnTo>
                    <a:pt x="372335" y="586447"/>
                  </a:lnTo>
                  <a:lnTo>
                    <a:pt x="367575" y="581909"/>
                  </a:lnTo>
                  <a:lnTo>
                    <a:pt x="362588" y="577372"/>
                  </a:lnTo>
                  <a:lnTo>
                    <a:pt x="358054" y="572608"/>
                  </a:lnTo>
                  <a:lnTo>
                    <a:pt x="353294" y="567617"/>
                  </a:lnTo>
                  <a:lnTo>
                    <a:pt x="348760" y="562626"/>
                  </a:lnTo>
                  <a:lnTo>
                    <a:pt x="344000" y="557408"/>
                  </a:lnTo>
                  <a:lnTo>
                    <a:pt x="339919" y="551963"/>
                  </a:lnTo>
                  <a:lnTo>
                    <a:pt x="335612" y="546745"/>
                  </a:lnTo>
                  <a:lnTo>
                    <a:pt x="331305" y="541300"/>
                  </a:lnTo>
                  <a:lnTo>
                    <a:pt x="327225" y="535629"/>
                  </a:lnTo>
                  <a:lnTo>
                    <a:pt x="323371" y="529730"/>
                  </a:lnTo>
                  <a:lnTo>
                    <a:pt x="319291" y="523831"/>
                  </a:lnTo>
                  <a:lnTo>
                    <a:pt x="315891" y="517933"/>
                  </a:lnTo>
                  <a:lnTo>
                    <a:pt x="312037" y="511581"/>
                  </a:lnTo>
                  <a:lnTo>
                    <a:pt x="308863" y="505682"/>
                  </a:lnTo>
                  <a:lnTo>
                    <a:pt x="305236" y="499330"/>
                  </a:lnTo>
                  <a:lnTo>
                    <a:pt x="302063" y="492751"/>
                  </a:lnTo>
                  <a:lnTo>
                    <a:pt x="298889" y="486171"/>
                  </a:lnTo>
                  <a:lnTo>
                    <a:pt x="295942" y="479592"/>
                  </a:lnTo>
                  <a:lnTo>
                    <a:pt x="293222" y="472786"/>
                  </a:lnTo>
                  <a:lnTo>
                    <a:pt x="290275" y="465980"/>
                  </a:lnTo>
                  <a:lnTo>
                    <a:pt x="287555" y="458947"/>
                  </a:lnTo>
                  <a:lnTo>
                    <a:pt x="285061" y="452141"/>
                  </a:lnTo>
                  <a:lnTo>
                    <a:pt x="282795" y="444655"/>
                  </a:lnTo>
                  <a:lnTo>
                    <a:pt x="280528" y="437622"/>
                  </a:lnTo>
                  <a:lnTo>
                    <a:pt x="278488" y="430362"/>
                  </a:lnTo>
                  <a:lnTo>
                    <a:pt x="276447" y="423102"/>
                  </a:lnTo>
                  <a:lnTo>
                    <a:pt x="274861" y="415616"/>
                  </a:lnTo>
                  <a:lnTo>
                    <a:pt x="273274" y="408129"/>
                  </a:lnTo>
                  <a:lnTo>
                    <a:pt x="272602" y="404960"/>
                  </a:lnTo>
                  <a:lnTo>
                    <a:pt x="272532" y="405017"/>
                  </a:lnTo>
                  <a:lnTo>
                    <a:pt x="270286" y="406616"/>
                  </a:lnTo>
                  <a:lnTo>
                    <a:pt x="268041" y="407758"/>
                  </a:lnTo>
                  <a:lnTo>
                    <a:pt x="267142" y="407987"/>
                  </a:lnTo>
                  <a:lnTo>
                    <a:pt x="265795" y="407987"/>
                  </a:lnTo>
                  <a:lnTo>
                    <a:pt x="264672" y="407987"/>
                  </a:lnTo>
                  <a:lnTo>
                    <a:pt x="263549" y="407758"/>
                  </a:lnTo>
                  <a:lnTo>
                    <a:pt x="261303" y="406616"/>
                  </a:lnTo>
                  <a:lnTo>
                    <a:pt x="259058" y="405017"/>
                  </a:lnTo>
                  <a:lnTo>
                    <a:pt x="256812" y="403190"/>
                  </a:lnTo>
                  <a:lnTo>
                    <a:pt x="254791" y="400220"/>
                  </a:lnTo>
                  <a:lnTo>
                    <a:pt x="252994" y="397250"/>
                  </a:lnTo>
                  <a:lnTo>
                    <a:pt x="251422" y="393595"/>
                  </a:lnTo>
                  <a:lnTo>
                    <a:pt x="249625" y="389712"/>
                  </a:lnTo>
                  <a:lnTo>
                    <a:pt x="248053" y="385143"/>
                  </a:lnTo>
                  <a:lnTo>
                    <a:pt x="246930" y="380117"/>
                  </a:lnTo>
                  <a:lnTo>
                    <a:pt x="245583" y="375092"/>
                  </a:lnTo>
                  <a:lnTo>
                    <a:pt x="244909" y="369609"/>
                  </a:lnTo>
                  <a:lnTo>
                    <a:pt x="243786" y="363898"/>
                  </a:lnTo>
                  <a:lnTo>
                    <a:pt x="243337" y="357730"/>
                  </a:lnTo>
                  <a:lnTo>
                    <a:pt x="243113" y="351563"/>
                  </a:lnTo>
                  <a:lnTo>
                    <a:pt x="242888" y="345166"/>
                  </a:lnTo>
                  <a:lnTo>
                    <a:pt x="243113" y="338770"/>
                  </a:lnTo>
                  <a:lnTo>
                    <a:pt x="243337" y="332602"/>
                  </a:lnTo>
                  <a:lnTo>
                    <a:pt x="243786" y="326663"/>
                  </a:lnTo>
                  <a:lnTo>
                    <a:pt x="244909" y="320723"/>
                  </a:lnTo>
                  <a:lnTo>
                    <a:pt x="245583" y="315469"/>
                  </a:lnTo>
                  <a:lnTo>
                    <a:pt x="246930" y="309987"/>
                  </a:lnTo>
                  <a:lnTo>
                    <a:pt x="248053" y="305189"/>
                  </a:lnTo>
                  <a:lnTo>
                    <a:pt x="249625" y="300849"/>
                  </a:lnTo>
                  <a:lnTo>
                    <a:pt x="251422" y="296737"/>
                  </a:lnTo>
                  <a:lnTo>
                    <a:pt x="252994" y="293311"/>
                  </a:lnTo>
                  <a:lnTo>
                    <a:pt x="254791" y="289884"/>
                  </a:lnTo>
                  <a:lnTo>
                    <a:pt x="256812" y="287371"/>
                  </a:lnTo>
                  <a:lnTo>
                    <a:pt x="259058" y="285315"/>
                  </a:lnTo>
                  <a:lnTo>
                    <a:pt x="261303" y="283945"/>
                  </a:lnTo>
                  <a:lnTo>
                    <a:pt x="263549" y="282802"/>
                  </a:lnTo>
                  <a:lnTo>
                    <a:pt x="264672" y="282574"/>
                  </a:lnTo>
                  <a:lnTo>
                    <a:pt x="265795" y="282574"/>
                  </a:lnTo>
                  <a:lnTo>
                    <a:pt x="267142" y="282574"/>
                  </a:lnTo>
                  <a:lnTo>
                    <a:pt x="268041" y="282802"/>
                  </a:lnTo>
                  <a:lnTo>
                    <a:pt x="268071" y="282818"/>
                  </a:lnTo>
                  <a:lnTo>
                    <a:pt x="268287" y="281310"/>
                  </a:lnTo>
                  <a:lnTo>
                    <a:pt x="269193" y="273597"/>
                  </a:lnTo>
                  <a:lnTo>
                    <a:pt x="270554" y="265656"/>
                  </a:lnTo>
                  <a:lnTo>
                    <a:pt x="271687" y="258170"/>
                  </a:lnTo>
                  <a:lnTo>
                    <a:pt x="273274" y="250683"/>
                  </a:lnTo>
                  <a:lnTo>
                    <a:pt x="274861" y="242969"/>
                  </a:lnTo>
                  <a:lnTo>
                    <a:pt x="276447" y="235710"/>
                  </a:lnTo>
                  <a:lnTo>
                    <a:pt x="278488" y="228450"/>
                  </a:lnTo>
                  <a:lnTo>
                    <a:pt x="280528" y="220963"/>
                  </a:lnTo>
                  <a:lnTo>
                    <a:pt x="282795" y="213704"/>
                  </a:lnTo>
                  <a:lnTo>
                    <a:pt x="285061" y="206671"/>
                  </a:lnTo>
                  <a:lnTo>
                    <a:pt x="287555" y="199638"/>
                  </a:lnTo>
                  <a:lnTo>
                    <a:pt x="290275" y="192832"/>
                  </a:lnTo>
                  <a:lnTo>
                    <a:pt x="293222" y="186026"/>
                  </a:lnTo>
                  <a:lnTo>
                    <a:pt x="295942" y="179220"/>
                  </a:lnTo>
                  <a:lnTo>
                    <a:pt x="298889" y="172640"/>
                  </a:lnTo>
                  <a:lnTo>
                    <a:pt x="302063" y="166061"/>
                  </a:lnTo>
                  <a:lnTo>
                    <a:pt x="305236" y="159482"/>
                  </a:lnTo>
                  <a:lnTo>
                    <a:pt x="308863" y="153130"/>
                  </a:lnTo>
                  <a:lnTo>
                    <a:pt x="312037" y="146778"/>
                  </a:lnTo>
                  <a:lnTo>
                    <a:pt x="315891" y="140652"/>
                  </a:lnTo>
                  <a:lnTo>
                    <a:pt x="319291" y="134754"/>
                  </a:lnTo>
                  <a:lnTo>
                    <a:pt x="323371" y="128855"/>
                  </a:lnTo>
                  <a:lnTo>
                    <a:pt x="327225" y="123183"/>
                  </a:lnTo>
                  <a:lnTo>
                    <a:pt x="331305" y="117512"/>
                  </a:lnTo>
                  <a:lnTo>
                    <a:pt x="335612" y="112067"/>
                  </a:lnTo>
                  <a:lnTo>
                    <a:pt x="339919" y="106395"/>
                  </a:lnTo>
                  <a:lnTo>
                    <a:pt x="344000" y="101177"/>
                  </a:lnTo>
                  <a:lnTo>
                    <a:pt x="348760" y="96186"/>
                  </a:lnTo>
                  <a:lnTo>
                    <a:pt x="353294" y="90968"/>
                  </a:lnTo>
                  <a:lnTo>
                    <a:pt x="358054" y="86204"/>
                  </a:lnTo>
                  <a:lnTo>
                    <a:pt x="362588" y="81440"/>
                  </a:lnTo>
                  <a:lnTo>
                    <a:pt x="367575" y="76902"/>
                  </a:lnTo>
                  <a:lnTo>
                    <a:pt x="372335" y="72365"/>
                  </a:lnTo>
                  <a:lnTo>
                    <a:pt x="377322" y="68055"/>
                  </a:lnTo>
                  <a:lnTo>
                    <a:pt x="382763" y="63744"/>
                  </a:lnTo>
                  <a:lnTo>
                    <a:pt x="387750" y="59887"/>
                  </a:lnTo>
                  <a:lnTo>
                    <a:pt x="392963" y="56031"/>
                  </a:lnTo>
                  <a:lnTo>
                    <a:pt x="398631" y="52174"/>
                  </a:lnTo>
                  <a:lnTo>
                    <a:pt x="403844" y="48544"/>
                  </a:lnTo>
                  <a:lnTo>
                    <a:pt x="409512" y="45368"/>
                  </a:lnTo>
                  <a:lnTo>
                    <a:pt x="414952" y="41965"/>
                  </a:lnTo>
                  <a:lnTo>
                    <a:pt x="420846" y="39016"/>
                  </a:lnTo>
                  <a:lnTo>
                    <a:pt x="426513" y="36066"/>
                  </a:lnTo>
                  <a:lnTo>
                    <a:pt x="432407" y="33571"/>
                  </a:lnTo>
                  <a:lnTo>
                    <a:pt x="438301" y="30621"/>
                  </a:lnTo>
                  <a:lnTo>
                    <a:pt x="444194" y="28353"/>
                  </a:lnTo>
                  <a:lnTo>
                    <a:pt x="450315" y="26084"/>
                  </a:lnTo>
                  <a:lnTo>
                    <a:pt x="456435" y="24042"/>
                  </a:lnTo>
                  <a:lnTo>
                    <a:pt x="462329" y="22454"/>
                  </a:lnTo>
                  <a:lnTo>
                    <a:pt x="468450" y="20639"/>
                  </a:lnTo>
                  <a:lnTo>
                    <a:pt x="474797" y="19051"/>
                  </a:lnTo>
                  <a:lnTo>
                    <a:pt x="481144" y="17917"/>
                  </a:lnTo>
                  <a:lnTo>
                    <a:pt x="487264" y="16783"/>
                  </a:lnTo>
                  <a:lnTo>
                    <a:pt x="493838" y="15875"/>
                  </a:lnTo>
                  <a:lnTo>
                    <a:pt x="500186" y="14968"/>
                  </a:lnTo>
                  <a:lnTo>
                    <a:pt x="506759" y="14514"/>
                  </a:lnTo>
                  <a:lnTo>
                    <a:pt x="513333" y="14287"/>
                  </a:lnTo>
                  <a:close/>
                  <a:moveTo>
                    <a:pt x="2026444" y="0"/>
                  </a:moveTo>
                  <a:lnTo>
                    <a:pt x="2033018" y="227"/>
                  </a:lnTo>
                  <a:lnTo>
                    <a:pt x="2039592" y="454"/>
                  </a:lnTo>
                  <a:lnTo>
                    <a:pt x="2046166" y="1134"/>
                  </a:lnTo>
                  <a:lnTo>
                    <a:pt x="2052740" y="1814"/>
                  </a:lnTo>
                  <a:lnTo>
                    <a:pt x="2059087" y="2948"/>
                  </a:lnTo>
                  <a:lnTo>
                    <a:pt x="2065434" y="3855"/>
                  </a:lnTo>
                  <a:lnTo>
                    <a:pt x="2071555" y="5216"/>
                  </a:lnTo>
                  <a:lnTo>
                    <a:pt x="2077902" y="6577"/>
                  </a:lnTo>
                  <a:lnTo>
                    <a:pt x="2084022" y="8164"/>
                  </a:lnTo>
                  <a:lnTo>
                    <a:pt x="2090369" y="10205"/>
                  </a:lnTo>
                  <a:lnTo>
                    <a:pt x="2096263" y="12246"/>
                  </a:lnTo>
                  <a:lnTo>
                    <a:pt x="2102384" y="14514"/>
                  </a:lnTo>
                  <a:lnTo>
                    <a:pt x="2108278" y="16782"/>
                  </a:lnTo>
                  <a:lnTo>
                    <a:pt x="2114171" y="19277"/>
                  </a:lnTo>
                  <a:lnTo>
                    <a:pt x="2120065" y="21998"/>
                  </a:lnTo>
                  <a:lnTo>
                    <a:pt x="2125506" y="24946"/>
                  </a:lnTo>
                  <a:lnTo>
                    <a:pt x="2131399" y="28121"/>
                  </a:lnTo>
                  <a:lnTo>
                    <a:pt x="2137067" y="31296"/>
                  </a:lnTo>
                  <a:lnTo>
                    <a:pt x="2142507" y="34698"/>
                  </a:lnTo>
                  <a:lnTo>
                    <a:pt x="2147947" y="38100"/>
                  </a:lnTo>
                  <a:lnTo>
                    <a:pt x="2153388" y="41955"/>
                  </a:lnTo>
                  <a:lnTo>
                    <a:pt x="2158602" y="45811"/>
                  </a:lnTo>
                  <a:lnTo>
                    <a:pt x="2164042" y="49893"/>
                  </a:lnTo>
                  <a:lnTo>
                    <a:pt x="2169029" y="53975"/>
                  </a:lnTo>
                  <a:lnTo>
                    <a:pt x="2174016" y="58284"/>
                  </a:lnTo>
                  <a:lnTo>
                    <a:pt x="2179003" y="62593"/>
                  </a:lnTo>
                  <a:lnTo>
                    <a:pt x="2183764" y="67355"/>
                  </a:lnTo>
                  <a:lnTo>
                    <a:pt x="2188751" y="71891"/>
                  </a:lnTo>
                  <a:lnTo>
                    <a:pt x="2193284" y="77107"/>
                  </a:lnTo>
                  <a:lnTo>
                    <a:pt x="2197818" y="82096"/>
                  </a:lnTo>
                  <a:lnTo>
                    <a:pt x="2202352" y="87086"/>
                  </a:lnTo>
                  <a:lnTo>
                    <a:pt x="2206659" y="92529"/>
                  </a:lnTo>
                  <a:lnTo>
                    <a:pt x="2210966" y="97745"/>
                  </a:lnTo>
                  <a:lnTo>
                    <a:pt x="2215046" y="103188"/>
                  </a:lnTo>
                  <a:lnTo>
                    <a:pt x="2219127" y="109084"/>
                  </a:lnTo>
                  <a:lnTo>
                    <a:pt x="2223207" y="114980"/>
                  </a:lnTo>
                  <a:lnTo>
                    <a:pt x="2227061" y="120650"/>
                  </a:lnTo>
                  <a:lnTo>
                    <a:pt x="2230687" y="126773"/>
                  </a:lnTo>
                  <a:lnTo>
                    <a:pt x="2234314" y="132896"/>
                  </a:lnTo>
                  <a:lnTo>
                    <a:pt x="2237941" y="139020"/>
                  </a:lnTo>
                  <a:lnTo>
                    <a:pt x="2241115" y="145370"/>
                  </a:lnTo>
                  <a:lnTo>
                    <a:pt x="2244515" y="151720"/>
                  </a:lnTo>
                  <a:lnTo>
                    <a:pt x="2247462" y="158297"/>
                  </a:lnTo>
                  <a:lnTo>
                    <a:pt x="2250409" y="165100"/>
                  </a:lnTo>
                  <a:lnTo>
                    <a:pt x="2253583" y="171677"/>
                  </a:lnTo>
                  <a:lnTo>
                    <a:pt x="2256303" y="178480"/>
                  </a:lnTo>
                  <a:lnTo>
                    <a:pt x="2258796" y="185511"/>
                  </a:lnTo>
                  <a:lnTo>
                    <a:pt x="2261290" y="192541"/>
                  </a:lnTo>
                  <a:lnTo>
                    <a:pt x="2263557" y="199798"/>
                  </a:lnTo>
                  <a:lnTo>
                    <a:pt x="2265824" y="206829"/>
                  </a:lnTo>
                  <a:lnTo>
                    <a:pt x="2267864" y="214086"/>
                  </a:lnTo>
                  <a:lnTo>
                    <a:pt x="2269904" y="221343"/>
                  </a:lnTo>
                  <a:lnTo>
                    <a:pt x="2271717" y="229054"/>
                  </a:lnTo>
                  <a:lnTo>
                    <a:pt x="2273078" y="236538"/>
                  </a:lnTo>
                  <a:lnTo>
                    <a:pt x="2274664" y="244022"/>
                  </a:lnTo>
                  <a:lnTo>
                    <a:pt x="2276251" y="251732"/>
                  </a:lnTo>
                  <a:lnTo>
                    <a:pt x="2277158" y="259443"/>
                  </a:lnTo>
                  <a:lnTo>
                    <a:pt x="2278518" y="267154"/>
                  </a:lnTo>
                  <a:lnTo>
                    <a:pt x="2278638" y="268548"/>
                  </a:lnTo>
                  <a:lnTo>
                    <a:pt x="2279424" y="268288"/>
                  </a:lnTo>
                  <a:lnTo>
                    <a:pt x="2280331" y="268288"/>
                  </a:lnTo>
                  <a:lnTo>
                    <a:pt x="2281692" y="268288"/>
                  </a:lnTo>
                  <a:lnTo>
                    <a:pt x="2282826" y="268738"/>
                  </a:lnTo>
                  <a:lnTo>
                    <a:pt x="2285093" y="269639"/>
                  </a:lnTo>
                  <a:lnTo>
                    <a:pt x="2287361" y="271215"/>
                  </a:lnTo>
                  <a:lnTo>
                    <a:pt x="2289402" y="273466"/>
                  </a:lnTo>
                  <a:lnTo>
                    <a:pt x="2291443" y="275943"/>
                  </a:lnTo>
                  <a:lnTo>
                    <a:pt x="2293485" y="278869"/>
                  </a:lnTo>
                  <a:lnTo>
                    <a:pt x="2295299" y="282472"/>
                  </a:lnTo>
                  <a:lnTo>
                    <a:pt x="2296660" y="286524"/>
                  </a:lnTo>
                  <a:lnTo>
                    <a:pt x="2298247" y="291027"/>
                  </a:lnTo>
                  <a:lnTo>
                    <a:pt x="2299608" y="295755"/>
                  </a:lnTo>
                  <a:lnTo>
                    <a:pt x="2300742" y="300708"/>
                  </a:lnTo>
                  <a:lnTo>
                    <a:pt x="2301876" y="306111"/>
                  </a:lnTo>
                  <a:lnTo>
                    <a:pt x="2302556" y="311964"/>
                  </a:lnTo>
                  <a:lnTo>
                    <a:pt x="2303010" y="317818"/>
                  </a:lnTo>
                  <a:lnTo>
                    <a:pt x="2303236" y="323897"/>
                  </a:lnTo>
                  <a:lnTo>
                    <a:pt x="2303463" y="330200"/>
                  </a:lnTo>
                  <a:lnTo>
                    <a:pt x="2303236" y="336504"/>
                  </a:lnTo>
                  <a:lnTo>
                    <a:pt x="2303010" y="342808"/>
                  </a:lnTo>
                  <a:lnTo>
                    <a:pt x="2302556" y="348662"/>
                  </a:lnTo>
                  <a:lnTo>
                    <a:pt x="2301876" y="354290"/>
                  </a:lnTo>
                  <a:lnTo>
                    <a:pt x="2300742" y="359918"/>
                  </a:lnTo>
                  <a:lnTo>
                    <a:pt x="2299608" y="364871"/>
                  </a:lnTo>
                  <a:lnTo>
                    <a:pt x="2298247" y="369599"/>
                  </a:lnTo>
                  <a:lnTo>
                    <a:pt x="2296660" y="373877"/>
                  </a:lnTo>
                  <a:lnTo>
                    <a:pt x="2295299" y="377929"/>
                  </a:lnTo>
                  <a:lnTo>
                    <a:pt x="2293485" y="381306"/>
                  </a:lnTo>
                  <a:lnTo>
                    <a:pt x="2291443" y="384683"/>
                  </a:lnTo>
                  <a:lnTo>
                    <a:pt x="2289402" y="387160"/>
                  </a:lnTo>
                  <a:lnTo>
                    <a:pt x="2287361" y="389411"/>
                  </a:lnTo>
                  <a:lnTo>
                    <a:pt x="2285093" y="390987"/>
                  </a:lnTo>
                  <a:lnTo>
                    <a:pt x="2282826" y="391663"/>
                  </a:lnTo>
                  <a:lnTo>
                    <a:pt x="2281692" y="391888"/>
                  </a:lnTo>
                  <a:lnTo>
                    <a:pt x="2280331" y="392113"/>
                  </a:lnTo>
                  <a:lnTo>
                    <a:pt x="2279424" y="391888"/>
                  </a:lnTo>
                  <a:lnTo>
                    <a:pt x="2278063" y="391663"/>
                  </a:lnTo>
                  <a:lnTo>
                    <a:pt x="2275795" y="390987"/>
                  </a:lnTo>
                  <a:lnTo>
                    <a:pt x="2273928" y="389690"/>
                  </a:lnTo>
                  <a:lnTo>
                    <a:pt x="2273078" y="393700"/>
                  </a:lnTo>
                  <a:lnTo>
                    <a:pt x="2271717" y="401411"/>
                  </a:lnTo>
                  <a:lnTo>
                    <a:pt x="2269904" y="408895"/>
                  </a:lnTo>
                  <a:lnTo>
                    <a:pt x="2267864" y="416152"/>
                  </a:lnTo>
                  <a:lnTo>
                    <a:pt x="2265824" y="423636"/>
                  </a:lnTo>
                  <a:lnTo>
                    <a:pt x="2263557" y="430666"/>
                  </a:lnTo>
                  <a:lnTo>
                    <a:pt x="2261290" y="437697"/>
                  </a:lnTo>
                  <a:lnTo>
                    <a:pt x="2258796" y="444727"/>
                  </a:lnTo>
                  <a:lnTo>
                    <a:pt x="2256303" y="451757"/>
                  </a:lnTo>
                  <a:lnTo>
                    <a:pt x="2253583" y="458561"/>
                  </a:lnTo>
                  <a:lnTo>
                    <a:pt x="2250409" y="465138"/>
                  </a:lnTo>
                  <a:lnTo>
                    <a:pt x="2247462" y="471941"/>
                  </a:lnTo>
                  <a:lnTo>
                    <a:pt x="2244515" y="478518"/>
                  </a:lnTo>
                  <a:lnTo>
                    <a:pt x="2241115" y="484868"/>
                  </a:lnTo>
                  <a:lnTo>
                    <a:pt x="2237941" y="491218"/>
                  </a:lnTo>
                  <a:lnTo>
                    <a:pt x="2234314" y="497568"/>
                  </a:lnTo>
                  <a:lnTo>
                    <a:pt x="2230687" y="503691"/>
                  </a:lnTo>
                  <a:lnTo>
                    <a:pt x="2227061" y="509588"/>
                  </a:lnTo>
                  <a:lnTo>
                    <a:pt x="2223207" y="515484"/>
                  </a:lnTo>
                  <a:lnTo>
                    <a:pt x="2219127" y="521154"/>
                  </a:lnTo>
                  <a:lnTo>
                    <a:pt x="2215046" y="527050"/>
                  </a:lnTo>
                  <a:lnTo>
                    <a:pt x="2210966" y="532720"/>
                  </a:lnTo>
                  <a:lnTo>
                    <a:pt x="2206659" y="537936"/>
                  </a:lnTo>
                  <a:lnTo>
                    <a:pt x="2202352" y="543152"/>
                  </a:lnTo>
                  <a:lnTo>
                    <a:pt x="2197818" y="548368"/>
                  </a:lnTo>
                  <a:lnTo>
                    <a:pt x="2193284" y="553357"/>
                  </a:lnTo>
                  <a:lnTo>
                    <a:pt x="2188751" y="558347"/>
                  </a:lnTo>
                  <a:lnTo>
                    <a:pt x="2183764" y="562882"/>
                  </a:lnTo>
                  <a:lnTo>
                    <a:pt x="2179003" y="567645"/>
                  </a:lnTo>
                  <a:lnTo>
                    <a:pt x="2174016" y="571954"/>
                  </a:lnTo>
                  <a:lnTo>
                    <a:pt x="2169029" y="576263"/>
                  </a:lnTo>
                  <a:lnTo>
                    <a:pt x="2164042" y="580572"/>
                  </a:lnTo>
                  <a:lnTo>
                    <a:pt x="2158602" y="584654"/>
                  </a:lnTo>
                  <a:lnTo>
                    <a:pt x="2153388" y="588283"/>
                  </a:lnTo>
                  <a:lnTo>
                    <a:pt x="2147947" y="592138"/>
                  </a:lnTo>
                  <a:lnTo>
                    <a:pt x="2142507" y="595766"/>
                  </a:lnTo>
                  <a:lnTo>
                    <a:pt x="2137067" y="598941"/>
                  </a:lnTo>
                  <a:lnTo>
                    <a:pt x="2131399" y="602343"/>
                  </a:lnTo>
                  <a:lnTo>
                    <a:pt x="2125506" y="605291"/>
                  </a:lnTo>
                  <a:lnTo>
                    <a:pt x="2120065" y="608240"/>
                  </a:lnTo>
                  <a:lnTo>
                    <a:pt x="2114171" y="611188"/>
                  </a:lnTo>
                  <a:lnTo>
                    <a:pt x="2108278" y="613683"/>
                  </a:lnTo>
                  <a:lnTo>
                    <a:pt x="2102384" y="615950"/>
                  </a:lnTo>
                  <a:lnTo>
                    <a:pt x="2096263" y="618218"/>
                  </a:lnTo>
                  <a:lnTo>
                    <a:pt x="2090369" y="620259"/>
                  </a:lnTo>
                  <a:lnTo>
                    <a:pt x="2084022" y="622300"/>
                  </a:lnTo>
                  <a:lnTo>
                    <a:pt x="2077902" y="623661"/>
                  </a:lnTo>
                  <a:lnTo>
                    <a:pt x="2071555" y="625249"/>
                  </a:lnTo>
                  <a:lnTo>
                    <a:pt x="2065434" y="626609"/>
                  </a:lnTo>
                  <a:lnTo>
                    <a:pt x="2059087" y="627743"/>
                  </a:lnTo>
                  <a:lnTo>
                    <a:pt x="2052740" y="628424"/>
                  </a:lnTo>
                  <a:lnTo>
                    <a:pt x="2046166" y="629331"/>
                  </a:lnTo>
                  <a:lnTo>
                    <a:pt x="2039592" y="629784"/>
                  </a:lnTo>
                  <a:lnTo>
                    <a:pt x="2033018" y="630011"/>
                  </a:lnTo>
                  <a:lnTo>
                    <a:pt x="2026444" y="630238"/>
                  </a:lnTo>
                  <a:lnTo>
                    <a:pt x="2019870" y="630011"/>
                  </a:lnTo>
                  <a:lnTo>
                    <a:pt x="2013297" y="629784"/>
                  </a:lnTo>
                  <a:lnTo>
                    <a:pt x="2006949" y="629331"/>
                  </a:lnTo>
                  <a:lnTo>
                    <a:pt x="2000602" y="628424"/>
                  </a:lnTo>
                  <a:lnTo>
                    <a:pt x="1994255" y="627743"/>
                  </a:lnTo>
                  <a:lnTo>
                    <a:pt x="1987681" y="626609"/>
                  </a:lnTo>
                  <a:lnTo>
                    <a:pt x="1981334" y="625249"/>
                  </a:lnTo>
                  <a:lnTo>
                    <a:pt x="1975213" y="623661"/>
                  </a:lnTo>
                  <a:lnTo>
                    <a:pt x="1968866" y="622300"/>
                  </a:lnTo>
                  <a:lnTo>
                    <a:pt x="1962972" y="620259"/>
                  </a:lnTo>
                  <a:lnTo>
                    <a:pt x="1956852" y="618218"/>
                  </a:lnTo>
                  <a:lnTo>
                    <a:pt x="1950731" y="615950"/>
                  </a:lnTo>
                  <a:lnTo>
                    <a:pt x="1944838" y="613683"/>
                  </a:lnTo>
                  <a:lnTo>
                    <a:pt x="1938944" y="611188"/>
                  </a:lnTo>
                  <a:lnTo>
                    <a:pt x="1933050" y="608240"/>
                  </a:lnTo>
                  <a:lnTo>
                    <a:pt x="1927383" y="605291"/>
                  </a:lnTo>
                  <a:lnTo>
                    <a:pt x="1921716" y="602343"/>
                  </a:lnTo>
                  <a:lnTo>
                    <a:pt x="1916049" y="598941"/>
                  </a:lnTo>
                  <a:lnTo>
                    <a:pt x="1910381" y="595766"/>
                  </a:lnTo>
                  <a:lnTo>
                    <a:pt x="1905168" y="592138"/>
                  </a:lnTo>
                  <a:lnTo>
                    <a:pt x="1899954" y="588283"/>
                  </a:lnTo>
                  <a:lnTo>
                    <a:pt x="1894514" y="584654"/>
                  </a:lnTo>
                  <a:lnTo>
                    <a:pt x="1889300" y="580572"/>
                  </a:lnTo>
                  <a:lnTo>
                    <a:pt x="1884313" y="576263"/>
                  </a:lnTo>
                  <a:lnTo>
                    <a:pt x="1879099" y="571954"/>
                  </a:lnTo>
                  <a:lnTo>
                    <a:pt x="1874112" y="567645"/>
                  </a:lnTo>
                  <a:lnTo>
                    <a:pt x="1869352" y="562882"/>
                  </a:lnTo>
                  <a:lnTo>
                    <a:pt x="1864591" y="558347"/>
                  </a:lnTo>
                  <a:lnTo>
                    <a:pt x="1859831" y="553357"/>
                  </a:lnTo>
                  <a:lnTo>
                    <a:pt x="1855297" y="548368"/>
                  </a:lnTo>
                  <a:lnTo>
                    <a:pt x="1850763" y="543152"/>
                  </a:lnTo>
                  <a:lnTo>
                    <a:pt x="1846456" y="537936"/>
                  </a:lnTo>
                  <a:lnTo>
                    <a:pt x="1842149" y="532720"/>
                  </a:lnTo>
                  <a:lnTo>
                    <a:pt x="1838069" y="527050"/>
                  </a:lnTo>
                  <a:lnTo>
                    <a:pt x="1833989" y="521154"/>
                  </a:lnTo>
                  <a:lnTo>
                    <a:pt x="1829908" y="515484"/>
                  </a:lnTo>
                  <a:lnTo>
                    <a:pt x="1826281" y="509588"/>
                  </a:lnTo>
                  <a:lnTo>
                    <a:pt x="1822428" y="503691"/>
                  </a:lnTo>
                  <a:lnTo>
                    <a:pt x="1818801" y="497568"/>
                  </a:lnTo>
                  <a:lnTo>
                    <a:pt x="1815400" y="491218"/>
                  </a:lnTo>
                  <a:lnTo>
                    <a:pt x="1811774" y="484868"/>
                  </a:lnTo>
                  <a:lnTo>
                    <a:pt x="1808827" y="478518"/>
                  </a:lnTo>
                  <a:lnTo>
                    <a:pt x="1805426" y="471941"/>
                  </a:lnTo>
                  <a:lnTo>
                    <a:pt x="1802479" y="465138"/>
                  </a:lnTo>
                  <a:lnTo>
                    <a:pt x="1799759" y="458561"/>
                  </a:lnTo>
                  <a:lnTo>
                    <a:pt x="1797039" y="451757"/>
                  </a:lnTo>
                  <a:lnTo>
                    <a:pt x="1794545" y="444727"/>
                  </a:lnTo>
                  <a:lnTo>
                    <a:pt x="1791825" y="437697"/>
                  </a:lnTo>
                  <a:lnTo>
                    <a:pt x="1789332" y="430666"/>
                  </a:lnTo>
                  <a:lnTo>
                    <a:pt x="1787292" y="423636"/>
                  </a:lnTo>
                  <a:lnTo>
                    <a:pt x="1785025" y="416152"/>
                  </a:lnTo>
                  <a:lnTo>
                    <a:pt x="1783438" y="408895"/>
                  </a:lnTo>
                  <a:lnTo>
                    <a:pt x="1781624" y="401411"/>
                  </a:lnTo>
                  <a:lnTo>
                    <a:pt x="1779811" y="393700"/>
                  </a:lnTo>
                  <a:lnTo>
                    <a:pt x="1778682" y="388377"/>
                  </a:lnTo>
                  <a:lnTo>
                    <a:pt x="1777853" y="389411"/>
                  </a:lnTo>
                  <a:lnTo>
                    <a:pt x="1775596" y="390987"/>
                  </a:lnTo>
                  <a:lnTo>
                    <a:pt x="1773114" y="391663"/>
                  </a:lnTo>
                  <a:lnTo>
                    <a:pt x="1771986" y="391888"/>
                  </a:lnTo>
                  <a:lnTo>
                    <a:pt x="1770632" y="392113"/>
                  </a:lnTo>
                  <a:lnTo>
                    <a:pt x="1769729" y="391888"/>
                  </a:lnTo>
                  <a:lnTo>
                    <a:pt x="1768375" y="391663"/>
                  </a:lnTo>
                  <a:lnTo>
                    <a:pt x="1766118" y="390987"/>
                  </a:lnTo>
                  <a:lnTo>
                    <a:pt x="1763861" y="389411"/>
                  </a:lnTo>
                  <a:lnTo>
                    <a:pt x="1761830" y="387160"/>
                  </a:lnTo>
                  <a:lnTo>
                    <a:pt x="1760025" y="384683"/>
                  </a:lnTo>
                  <a:lnTo>
                    <a:pt x="1757994" y="381306"/>
                  </a:lnTo>
                  <a:lnTo>
                    <a:pt x="1756188" y="377929"/>
                  </a:lnTo>
                  <a:lnTo>
                    <a:pt x="1754609" y="373877"/>
                  </a:lnTo>
                  <a:lnTo>
                    <a:pt x="1753029" y="369599"/>
                  </a:lnTo>
                  <a:lnTo>
                    <a:pt x="1751675" y="364871"/>
                  </a:lnTo>
                  <a:lnTo>
                    <a:pt x="1750546" y="359918"/>
                  </a:lnTo>
                  <a:lnTo>
                    <a:pt x="1749644" y="354290"/>
                  </a:lnTo>
                  <a:lnTo>
                    <a:pt x="1748967" y="348662"/>
                  </a:lnTo>
                  <a:lnTo>
                    <a:pt x="1748290" y="342808"/>
                  </a:lnTo>
                  <a:lnTo>
                    <a:pt x="1747838" y="336504"/>
                  </a:lnTo>
                  <a:lnTo>
                    <a:pt x="1747838" y="330200"/>
                  </a:lnTo>
                  <a:lnTo>
                    <a:pt x="1747838" y="323897"/>
                  </a:lnTo>
                  <a:lnTo>
                    <a:pt x="1748290" y="317818"/>
                  </a:lnTo>
                  <a:lnTo>
                    <a:pt x="1748967" y="311964"/>
                  </a:lnTo>
                  <a:lnTo>
                    <a:pt x="1749644" y="306111"/>
                  </a:lnTo>
                  <a:lnTo>
                    <a:pt x="1750546" y="300708"/>
                  </a:lnTo>
                  <a:lnTo>
                    <a:pt x="1751675" y="295755"/>
                  </a:lnTo>
                  <a:lnTo>
                    <a:pt x="1753029" y="291027"/>
                  </a:lnTo>
                  <a:lnTo>
                    <a:pt x="1754609" y="286524"/>
                  </a:lnTo>
                  <a:lnTo>
                    <a:pt x="1756188" y="282472"/>
                  </a:lnTo>
                  <a:lnTo>
                    <a:pt x="1757994" y="278869"/>
                  </a:lnTo>
                  <a:lnTo>
                    <a:pt x="1760025" y="275943"/>
                  </a:lnTo>
                  <a:lnTo>
                    <a:pt x="1761830" y="273466"/>
                  </a:lnTo>
                  <a:lnTo>
                    <a:pt x="1763861" y="271215"/>
                  </a:lnTo>
                  <a:lnTo>
                    <a:pt x="1766118" y="269639"/>
                  </a:lnTo>
                  <a:lnTo>
                    <a:pt x="1768375" y="268738"/>
                  </a:lnTo>
                  <a:lnTo>
                    <a:pt x="1769729" y="268288"/>
                  </a:lnTo>
                  <a:lnTo>
                    <a:pt x="1770632" y="268288"/>
                  </a:lnTo>
                  <a:lnTo>
                    <a:pt x="1771986" y="268288"/>
                  </a:lnTo>
                  <a:lnTo>
                    <a:pt x="1773114" y="268738"/>
                  </a:lnTo>
                  <a:lnTo>
                    <a:pt x="1774524" y="269250"/>
                  </a:lnTo>
                  <a:lnTo>
                    <a:pt x="1774824" y="267154"/>
                  </a:lnTo>
                  <a:lnTo>
                    <a:pt x="1775731" y="259443"/>
                  </a:lnTo>
                  <a:lnTo>
                    <a:pt x="1777091" y="251732"/>
                  </a:lnTo>
                  <a:lnTo>
                    <a:pt x="1778224" y="244022"/>
                  </a:lnTo>
                  <a:lnTo>
                    <a:pt x="1779811" y="236538"/>
                  </a:lnTo>
                  <a:lnTo>
                    <a:pt x="1781624" y="229054"/>
                  </a:lnTo>
                  <a:lnTo>
                    <a:pt x="1783438" y="221343"/>
                  </a:lnTo>
                  <a:lnTo>
                    <a:pt x="1785025" y="214086"/>
                  </a:lnTo>
                  <a:lnTo>
                    <a:pt x="1787292" y="206829"/>
                  </a:lnTo>
                  <a:lnTo>
                    <a:pt x="1789332" y="199798"/>
                  </a:lnTo>
                  <a:lnTo>
                    <a:pt x="1791825" y="192541"/>
                  </a:lnTo>
                  <a:lnTo>
                    <a:pt x="1794545" y="185511"/>
                  </a:lnTo>
                  <a:lnTo>
                    <a:pt x="1797039" y="178480"/>
                  </a:lnTo>
                  <a:lnTo>
                    <a:pt x="1799759" y="171677"/>
                  </a:lnTo>
                  <a:lnTo>
                    <a:pt x="1802479" y="165100"/>
                  </a:lnTo>
                  <a:lnTo>
                    <a:pt x="1805426" y="158297"/>
                  </a:lnTo>
                  <a:lnTo>
                    <a:pt x="1808827" y="151720"/>
                  </a:lnTo>
                  <a:lnTo>
                    <a:pt x="1811774" y="145370"/>
                  </a:lnTo>
                  <a:lnTo>
                    <a:pt x="1815400" y="139020"/>
                  </a:lnTo>
                  <a:lnTo>
                    <a:pt x="1818801" y="132896"/>
                  </a:lnTo>
                  <a:lnTo>
                    <a:pt x="1822428" y="126773"/>
                  </a:lnTo>
                  <a:lnTo>
                    <a:pt x="1826281" y="120650"/>
                  </a:lnTo>
                  <a:lnTo>
                    <a:pt x="1829908" y="114980"/>
                  </a:lnTo>
                  <a:lnTo>
                    <a:pt x="1833989" y="109084"/>
                  </a:lnTo>
                  <a:lnTo>
                    <a:pt x="1838069" y="103188"/>
                  </a:lnTo>
                  <a:lnTo>
                    <a:pt x="1842149" y="97745"/>
                  </a:lnTo>
                  <a:lnTo>
                    <a:pt x="1846456" y="92529"/>
                  </a:lnTo>
                  <a:lnTo>
                    <a:pt x="1850763" y="87086"/>
                  </a:lnTo>
                  <a:lnTo>
                    <a:pt x="1855297" y="82096"/>
                  </a:lnTo>
                  <a:lnTo>
                    <a:pt x="1859831" y="77107"/>
                  </a:lnTo>
                  <a:lnTo>
                    <a:pt x="1864591" y="71891"/>
                  </a:lnTo>
                  <a:lnTo>
                    <a:pt x="1869352" y="67355"/>
                  </a:lnTo>
                  <a:lnTo>
                    <a:pt x="1874112" y="62593"/>
                  </a:lnTo>
                  <a:lnTo>
                    <a:pt x="1879099" y="58284"/>
                  </a:lnTo>
                  <a:lnTo>
                    <a:pt x="1884313" y="53975"/>
                  </a:lnTo>
                  <a:lnTo>
                    <a:pt x="1889300" y="49893"/>
                  </a:lnTo>
                  <a:lnTo>
                    <a:pt x="1894514" y="45811"/>
                  </a:lnTo>
                  <a:lnTo>
                    <a:pt x="1899954" y="41955"/>
                  </a:lnTo>
                  <a:lnTo>
                    <a:pt x="1905168" y="38100"/>
                  </a:lnTo>
                  <a:lnTo>
                    <a:pt x="1910381" y="34698"/>
                  </a:lnTo>
                  <a:lnTo>
                    <a:pt x="1916049" y="31296"/>
                  </a:lnTo>
                  <a:lnTo>
                    <a:pt x="1921716" y="28121"/>
                  </a:lnTo>
                  <a:lnTo>
                    <a:pt x="1927383" y="24946"/>
                  </a:lnTo>
                  <a:lnTo>
                    <a:pt x="1933050" y="21998"/>
                  </a:lnTo>
                  <a:lnTo>
                    <a:pt x="1938944" y="19277"/>
                  </a:lnTo>
                  <a:lnTo>
                    <a:pt x="1944838" y="16782"/>
                  </a:lnTo>
                  <a:lnTo>
                    <a:pt x="1950731" y="14514"/>
                  </a:lnTo>
                  <a:lnTo>
                    <a:pt x="1956852" y="12246"/>
                  </a:lnTo>
                  <a:lnTo>
                    <a:pt x="1962972" y="10205"/>
                  </a:lnTo>
                  <a:lnTo>
                    <a:pt x="1968866" y="8164"/>
                  </a:lnTo>
                  <a:lnTo>
                    <a:pt x="1975213" y="6577"/>
                  </a:lnTo>
                  <a:lnTo>
                    <a:pt x="1981334" y="5216"/>
                  </a:lnTo>
                  <a:lnTo>
                    <a:pt x="1987681" y="3855"/>
                  </a:lnTo>
                  <a:lnTo>
                    <a:pt x="1994255" y="2948"/>
                  </a:lnTo>
                  <a:lnTo>
                    <a:pt x="2000602" y="1814"/>
                  </a:lnTo>
                  <a:lnTo>
                    <a:pt x="2006949" y="1134"/>
                  </a:lnTo>
                  <a:lnTo>
                    <a:pt x="2013297" y="454"/>
                  </a:lnTo>
                  <a:lnTo>
                    <a:pt x="2019870" y="227"/>
                  </a:lnTo>
                  <a:lnTo>
                    <a:pt x="202644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2310" name="组合 12309"/>
          <p:cNvGrpSpPr/>
          <p:nvPr/>
        </p:nvGrpSpPr>
        <p:grpSpPr>
          <a:xfrm>
            <a:off x="7770908" y="5049687"/>
            <a:ext cx="648000" cy="648000"/>
            <a:chOff x="7770908" y="5053126"/>
            <a:chExt cx="648000" cy="648000"/>
          </a:xfrm>
        </p:grpSpPr>
        <p:sp>
          <p:nvSpPr>
            <p:cNvPr id="123" name="椭圆 122"/>
            <p:cNvSpPr/>
            <p:nvPr/>
          </p:nvSpPr>
          <p:spPr>
            <a:xfrm>
              <a:off x="7770908" y="5053126"/>
              <a:ext cx="648000" cy="64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KSO_Shape"/>
            <p:cNvSpPr/>
            <p:nvPr/>
          </p:nvSpPr>
          <p:spPr bwMode="auto">
            <a:xfrm>
              <a:off x="7895377" y="5179792"/>
              <a:ext cx="385864" cy="404015"/>
            </a:xfrm>
            <a:custGeom>
              <a:avLst/>
              <a:gdLst>
                <a:gd name="T0" fmla="*/ 2809875 w 4627563"/>
                <a:gd name="T1" fmla="*/ 4811712 h 5299074"/>
                <a:gd name="T2" fmla="*/ 2745224 w 4627563"/>
                <a:gd name="T3" fmla="*/ 4870449 h 5299074"/>
                <a:gd name="T4" fmla="*/ 2693583 w 4627563"/>
                <a:gd name="T5" fmla="*/ 4799805 h 5299074"/>
                <a:gd name="T6" fmla="*/ 3054173 w 4627563"/>
                <a:gd name="T7" fmla="*/ 4245768 h 5299074"/>
                <a:gd name="T8" fmla="*/ 3143251 w 4627563"/>
                <a:gd name="T9" fmla="*/ 4339034 h 5299074"/>
                <a:gd name="T10" fmla="*/ 3063717 w 4627563"/>
                <a:gd name="T11" fmla="*/ 4441428 h 5299074"/>
                <a:gd name="T12" fmla="*/ 2956345 w 4627563"/>
                <a:gd name="T13" fmla="*/ 4391421 h 5299074"/>
                <a:gd name="T14" fmla="*/ 2973843 w 4627563"/>
                <a:gd name="T15" fmla="*/ 4273946 h 5299074"/>
                <a:gd name="T16" fmla="*/ 3313113 w 4627563"/>
                <a:gd name="T17" fmla="*/ 3781821 h 5299074"/>
                <a:gd name="T18" fmla="*/ 3390107 w 4627563"/>
                <a:gd name="T19" fmla="*/ 3842543 h 5299074"/>
                <a:gd name="T20" fmla="*/ 3397647 w 4627563"/>
                <a:gd name="T21" fmla="*/ 3943746 h 5299074"/>
                <a:gd name="T22" fmla="*/ 3329782 w 4627563"/>
                <a:gd name="T23" fmla="*/ 4014787 h 5299074"/>
                <a:gd name="T24" fmla="*/ 3228578 w 4627563"/>
                <a:gd name="T25" fmla="*/ 4012009 h 5299074"/>
                <a:gd name="T26" fmla="*/ 3164681 w 4627563"/>
                <a:gd name="T27" fmla="*/ 3937793 h 5299074"/>
                <a:gd name="T28" fmla="*/ 3176984 w 4627563"/>
                <a:gd name="T29" fmla="*/ 3837781 h 5299074"/>
                <a:gd name="T30" fmla="*/ 3257153 w 4627563"/>
                <a:gd name="T31" fmla="*/ 3780631 h 5299074"/>
                <a:gd name="T32" fmla="*/ 2749233 w 4627563"/>
                <a:gd name="T33" fmla="*/ 3662481 h 5299074"/>
                <a:gd name="T34" fmla="*/ 2837260 w 4627563"/>
                <a:gd name="T35" fmla="*/ 3818473 h 5299074"/>
                <a:gd name="T36" fmla="*/ 2780558 w 4627563"/>
                <a:gd name="T37" fmla="*/ 3991178 h 5299074"/>
                <a:gd name="T38" fmla="*/ 2616002 w 4627563"/>
                <a:gd name="T39" fmla="*/ 4064000 h 5299074"/>
                <a:gd name="T40" fmla="*/ 2451446 w 4627563"/>
                <a:gd name="T41" fmla="*/ 3991178 h 5299074"/>
                <a:gd name="T42" fmla="*/ 2395140 w 4627563"/>
                <a:gd name="T43" fmla="*/ 3818473 h 5299074"/>
                <a:gd name="T44" fmla="*/ 2483167 w 4627563"/>
                <a:gd name="T45" fmla="*/ 3662481 h 5299074"/>
                <a:gd name="T46" fmla="*/ 2204869 w 4627563"/>
                <a:gd name="T47" fmla="*/ 3415897 h 5299074"/>
                <a:gd name="T48" fmla="*/ 2282395 w 4627563"/>
                <a:gd name="T49" fmla="*/ 3464853 h 5299074"/>
                <a:gd name="T50" fmla="*/ 2298297 w 4627563"/>
                <a:gd name="T51" fmla="*/ 3556447 h 5299074"/>
                <a:gd name="T52" fmla="*/ 2241843 w 4627563"/>
                <a:gd name="T53" fmla="*/ 3627907 h 5299074"/>
                <a:gd name="T54" fmla="*/ 2148415 w 4627563"/>
                <a:gd name="T55" fmla="*/ 3634619 h 5299074"/>
                <a:gd name="T56" fmla="*/ 2082419 w 4627563"/>
                <a:gd name="T57" fmla="*/ 3572634 h 5299074"/>
                <a:gd name="T58" fmla="*/ 2084805 w 4627563"/>
                <a:gd name="T59" fmla="*/ 3479065 h 5299074"/>
                <a:gd name="T60" fmla="*/ 2153583 w 4627563"/>
                <a:gd name="T61" fmla="*/ 3419845 h 5299074"/>
                <a:gd name="T62" fmla="*/ 2956426 w 4627563"/>
                <a:gd name="T63" fmla="*/ 3238079 h 5299074"/>
                <a:gd name="T64" fmla="*/ 3038085 w 4627563"/>
                <a:gd name="T65" fmla="*/ 3342332 h 5299074"/>
                <a:gd name="T66" fmla="*/ 3015093 w 4627563"/>
                <a:gd name="T67" fmla="*/ 3476712 h 5299074"/>
                <a:gd name="T68" fmla="*/ 2902515 w 4627563"/>
                <a:gd name="T69" fmla="*/ 3548065 h 5299074"/>
                <a:gd name="T70" fmla="*/ 2771703 w 4627563"/>
                <a:gd name="T71" fmla="*/ 3511992 h 5299074"/>
                <a:gd name="T72" fmla="*/ 2711450 w 4627563"/>
                <a:gd name="T73" fmla="*/ 3392675 h 5299074"/>
                <a:gd name="T74" fmla="*/ 2760207 w 4627563"/>
                <a:gd name="T75" fmla="*/ 3266620 h 5299074"/>
                <a:gd name="T76" fmla="*/ 1341242 w 4627563"/>
                <a:gd name="T77" fmla="*/ 3000374 h 5299074"/>
                <a:gd name="T78" fmla="*/ 403620 w 4627563"/>
                <a:gd name="T79" fmla="*/ 4688870 h 5299074"/>
                <a:gd name="T80" fmla="*/ 498850 w 4627563"/>
                <a:gd name="T81" fmla="*/ 4903704 h 5299074"/>
                <a:gd name="T82" fmla="*/ 4005310 w 4627563"/>
                <a:gd name="T83" fmla="*/ 5016085 h 5299074"/>
                <a:gd name="T84" fmla="*/ 4184661 w 4627563"/>
                <a:gd name="T85" fmla="*/ 4815944 h 5299074"/>
                <a:gd name="T86" fmla="*/ 4235053 w 4627563"/>
                <a:gd name="T87" fmla="*/ 4552265 h 5299074"/>
                <a:gd name="T88" fmla="*/ 3271841 w 4627563"/>
                <a:gd name="T89" fmla="*/ 3015685 h 5299074"/>
                <a:gd name="T90" fmla="*/ 2892903 w 4627563"/>
                <a:gd name="T91" fmla="*/ 3076933 h 5299074"/>
                <a:gd name="T92" fmla="*/ 1694982 w 4627563"/>
                <a:gd name="T93" fmla="*/ 3074149 h 5299074"/>
                <a:gd name="T94" fmla="*/ 1349374 w 4627563"/>
                <a:gd name="T95" fmla="*/ 3013299 h 5299074"/>
                <a:gd name="T96" fmla="*/ 2995870 w 4627563"/>
                <a:gd name="T97" fmla="*/ 46427 h 5299074"/>
                <a:gd name="T98" fmla="*/ 3112958 w 4627563"/>
                <a:gd name="T99" fmla="*/ 207534 h 5299074"/>
                <a:gd name="T100" fmla="*/ 3105417 w 4627563"/>
                <a:gd name="T101" fmla="*/ 379356 h 5299074"/>
                <a:gd name="T102" fmla="*/ 4604543 w 4627563"/>
                <a:gd name="T103" fmla="*/ 4495920 h 5299074"/>
                <a:gd name="T104" fmla="*/ 4621213 w 4627563"/>
                <a:gd name="T105" fmla="*/ 4792341 h 5299074"/>
                <a:gd name="T106" fmla="*/ 4525161 w 4627563"/>
                <a:gd name="T107" fmla="*/ 5066144 h 5299074"/>
                <a:gd name="T108" fmla="*/ 4255659 w 4627563"/>
                <a:gd name="T109" fmla="*/ 5299074 h 5299074"/>
                <a:gd name="T110" fmla="*/ 113119 w 4627563"/>
                <a:gd name="T111" fmla="*/ 5082016 h 5299074"/>
                <a:gd name="T112" fmla="*/ 8335 w 4627563"/>
                <a:gd name="T113" fmla="*/ 4807817 h 5299074"/>
                <a:gd name="T114" fmla="*/ 20640 w 4627563"/>
                <a:gd name="T115" fmla="*/ 4504649 h 5299074"/>
                <a:gd name="T116" fmla="*/ 1525322 w 4627563"/>
                <a:gd name="T117" fmla="*/ 390466 h 5299074"/>
                <a:gd name="T118" fmla="*/ 1512224 w 4627563"/>
                <a:gd name="T119" fmla="*/ 217058 h 5299074"/>
                <a:gd name="T120" fmla="*/ 1623358 w 4627563"/>
                <a:gd name="T121" fmla="*/ 52776 h 5299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627563" h="5299074">
                  <a:moveTo>
                    <a:pt x="2751137" y="4752974"/>
                  </a:moveTo>
                  <a:lnTo>
                    <a:pt x="2757445" y="4753371"/>
                  </a:lnTo>
                  <a:lnTo>
                    <a:pt x="2762964" y="4754165"/>
                  </a:lnTo>
                  <a:lnTo>
                    <a:pt x="2768483" y="4755355"/>
                  </a:lnTo>
                  <a:lnTo>
                    <a:pt x="2774002" y="4757340"/>
                  </a:lnTo>
                  <a:lnTo>
                    <a:pt x="2779127" y="4760118"/>
                  </a:lnTo>
                  <a:lnTo>
                    <a:pt x="2783857" y="4762896"/>
                  </a:lnTo>
                  <a:lnTo>
                    <a:pt x="2788193" y="4766071"/>
                  </a:lnTo>
                  <a:lnTo>
                    <a:pt x="2792530" y="4770040"/>
                  </a:lnTo>
                  <a:lnTo>
                    <a:pt x="2796472" y="4774009"/>
                  </a:lnTo>
                  <a:lnTo>
                    <a:pt x="2800020" y="4778771"/>
                  </a:lnTo>
                  <a:lnTo>
                    <a:pt x="2802779" y="4783534"/>
                  </a:lnTo>
                  <a:lnTo>
                    <a:pt x="2805144" y="4788693"/>
                  </a:lnTo>
                  <a:lnTo>
                    <a:pt x="2807116" y="4793852"/>
                  </a:lnTo>
                  <a:lnTo>
                    <a:pt x="2808298" y="4799805"/>
                  </a:lnTo>
                  <a:lnTo>
                    <a:pt x="2809481" y="4805759"/>
                  </a:lnTo>
                  <a:lnTo>
                    <a:pt x="2809875" y="4811712"/>
                  </a:lnTo>
                  <a:lnTo>
                    <a:pt x="2809481" y="4817665"/>
                  </a:lnTo>
                  <a:lnTo>
                    <a:pt x="2808298" y="4823618"/>
                  </a:lnTo>
                  <a:lnTo>
                    <a:pt x="2807116" y="4829174"/>
                  </a:lnTo>
                  <a:lnTo>
                    <a:pt x="2805144" y="4834730"/>
                  </a:lnTo>
                  <a:lnTo>
                    <a:pt x="2802779" y="4839890"/>
                  </a:lnTo>
                  <a:lnTo>
                    <a:pt x="2800020" y="4844652"/>
                  </a:lnTo>
                  <a:lnTo>
                    <a:pt x="2796472" y="4849415"/>
                  </a:lnTo>
                  <a:lnTo>
                    <a:pt x="2792530" y="4853384"/>
                  </a:lnTo>
                  <a:lnTo>
                    <a:pt x="2788193" y="4857352"/>
                  </a:lnTo>
                  <a:lnTo>
                    <a:pt x="2783857" y="4860527"/>
                  </a:lnTo>
                  <a:lnTo>
                    <a:pt x="2779127" y="4863305"/>
                  </a:lnTo>
                  <a:lnTo>
                    <a:pt x="2774002" y="4866084"/>
                  </a:lnTo>
                  <a:lnTo>
                    <a:pt x="2768483" y="4868068"/>
                  </a:lnTo>
                  <a:lnTo>
                    <a:pt x="2762964" y="4869655"/>
                  </a:lnTo>
                  <a:lnTo>
                    <a:pt x="2757445" y="4870449"/>
                  </a:lnTo>
                  <a:lnTo>
                    <a:pt x="2751137" y="4870449"/>
                  </a:lnTo>
                  <a:lnTo>
                    <a:pt x="2745224" y="4870449"/>
                  </a:lnTo>
                  <a:lnTo>
                    <a:pt x="2739705" y="4869655"/>
                  </a:lnTo>
                  <a:lnTo>
                    <a:pt x="2733792" y="4868068"/>
                  </a:lnTo>
                  <a:lnTo>
                    <a:pt x="2728273" y="4866084"/>
                  </a:lnTo>
                  <a:lnTo>
                    <a:pt x="2723543" y="4863305"/>
                  </a:lnTo>
                  <a:lnTo>
                    <a:pt x="2718418" y="4860527"/>
                  </a:lnTo>
                  <a:lnTo>
                    <a:pt x="2714082" y="4857352"/>
                  </a:lnTo>
                  <a:lnTo>
                    <a:pt x="2709745" y="4853384"/>
                  </a:lnTo>
                  <a:lnTo>
                    <a:pt x="2706197" y="4849415"/>
                  </a:lnTo>
                  <a:lnTo>
                    <a:pt x="2702649" y="4844652"/>
                  </a:lnTo>
                  <a:lnTo>
                    <a:pt x="2699890" y="4839890"/>
                  </a:lnTo>
                  <a:lnTo>
                    <a:pt x="2697525" y="4834730"/>
                  </a:lnTo>
                  <a:lnTo>
                    <a:pt x="2695554" y="4829174"/>
                  </a:lnTo>
                  <a:lnTo>
                    <a:pt x="2693583" y="4823618"/>
                  </a:lnTo>
                  <a:lnTo>
                    <a:pt x="2692794" y="4817665"/>
                  </a:lnTo>
                  <a:lnTo>
                    <a:pt x="2692400" y="4811712"/>
                  </a:lnTo>
                  <a:lnTo>
                    <a:pt x="2692794" y="4805759"/>
                  </a:lnTo>
                  <a:lnTo>
                    <a:pt x="2693583" y="4799805"/>
                  </a:lnTo>
                  <a:lnTo>
                    <a:pt x="2695554" y="4793852"/>
                  </a:lnTo>
                  <a:lnTo>
                    <a:pt x="2697525" y="4788693"/>
                  </a:lnTo>
                  <a:lnTo>
                    <a:pt x="2699890" y="4783534"/>
                  </a:lnTo>
                  <a:lnTo>
                    <a:pt x="2702649" y="4778771"/>
                  </a:lnTo>
                  <a:lnTo>
                    <a:pt x="2706197" y="4774009"/>
                  </a:lnTo>
                  <a:lnTo>
                    <a:pt x="2709745" y="4770040"/>
                  </a:lnTo>
                  <a:lnTo>
                    <a:pt x="2714082" y="4766071"/>
                  </a:lnTo>
                  <a:lnTo>
                    <a:pt x="2718418" y="4762896"/>
                  </a:lnTo>
                  <a:lnTo>
                    <a:pt x="2723543" y="4760118"/>
                  </a:lnTo>
                  <a:lnTo>
                    <a:pt x="2728273" y="4757340"/>
                  </a:lnTo>
                  <a:lnTo>
                    <a:pt x="2733792" y="4755355"/>
                  </a:lnTo>
                  <a:lnTo>
                    <a:pt x="2739705" y="4754165"/>
                  </a:lnTo>
                  <a:lnTo>
                    <a:pt x="2745224" y="4753371"/>
                  </a:lnTo>
                  <a:lnTo>
                    <a:pt x="2751137" y="4752974"/>
                  </a:lnTo>
                  <a:close/>
                  <a:moveTo>
                    <a:pt x="3043833" y="4244974"/>
                  </a:moveTo>
                  <a:lnTo>
                    <a:pt x="3049401" y="4245371"/>
                  </a:lnTo>
                  <a:lnTo>
                    <a:pt x="3054173" y="4245768"/>
                  </a:lnTo>
                  <a:lnTo>
                    <a:pt x="3059342" y="4246165"/>
                  </a:lnTo>
                  <a:lnTo>
                    <a:pt x="3063717" y="4246959"/>
                  </a:lnTo>
                  <a:lnTo>
                    <a:pt x="3073261" y="4249340"/>
                  </a:lnTo>
                  <a:lnTo>
                    <a:pt x="3082407" y="4252912"/>
                  </a:lnTo>
                  <a:lnTo>
                    <a:pt x="3091156" y="4256881"/>
                  </a:lnTo>
                  <a:lnTo>
                    <a:pt x="3099507" y="4262040"/>
                  </a:lnTo>
                  <a:lnTo>
                    <a:pt x="3107063" y="4267596"/>
                  </a:lnTo>
                  <a:lnTo>
                    <a:pt x="3114221" y="4273946"/>
                  </a:lnTo>
                  <a:lnTo>
                    <a:pt x="3120584" y="4281090"/>
                  </a:lnTo>
                  <a:lnTo>
                    <a:pt x="3126151" y="4289027"/>
                  </a:lnTo>
                  <a:lnTo>
                    <a:pt x="3131321" y="4296568"/>
                  </a:lnTo>
                  <a:lnTo>
                    <a:pt x="3135298" y="4305299"/>
                  </a:lnTo>
                  <a:lnTo>
                    <a:pt x="3138877" y="4314824"/>
                  </a:lnTo>
                  <a:lnTo>
                    <a:pt x="3141263" y="4324349"/>
                  </a:lnTo>
                  <a:lnTo>
                    <a:pt x="3142058" y="4329112"/>
                  </a:lnTo>
                  <a:lnTo>
                    <a:pt x="3142853" y="4334271"/>
                  </a:lnTo>
                  <a:lnTo>
                    <a:pt x="3143251" y="4339034"/>
                  </a:lnTo>
                  <a:lnTo>
                    <a:pt x="3143251" y="4344193"/>
                  </a:lnTo>
                  <a:lnTo>
                    <a:pt x="3143251" y="4348956"/>
                  </a:lnTo>
                  <a:lnTo>
                    <a:pt x="3142853" y="4354115"/>
                  </a:lnTo>
                  <a:lnTo>
                    <a:pt x="3142058" y="4359275"/>
                  </a:lnTo>
                  <a:lnTo>
                    <a:pt x="3141263" y="4364037"/>
                  </a:lnTo>
                  <a:lnTo>
                    <a:pt x="3138877" y="4373562"/>
                  </a:lnTo>
                  <a:lnTo>
                    <a:pt x="3135298" y="4382690"/>
                  </a:lnTo>
                  <a:lnTo>
                    <a:pt x="3131321" y="4391421"/>
                  </a:lnTo>
                  <a:lnTo>
                    <a:pt x="3126151" y="4399359"/>
                  </a:lnTo>
                  <a:lnTo>
                    <a:pt x="3120584" y="4407297"/>
                  </a:lnTo>
                  <a:lnTo>
                    <a:pt x="3114221" y="4414440"/>
                  </a:lnTo>
                  <a:lnTo>
                    <a:pt x="3107063" y="4420393"/>
                  </a:lnTo>
                  <a:lnTo>
                    <a:pt x="3099507" y="4426347"/>
                  </a:lnTo>
                  <a:lnTo>
                    <a:pt x="3091156" y="4431506"/>
                  </a:lnTo>
                  <a:lnTo>
                    <a:pt x="3082407" y="4435475"/>
                  </a:lnTo>
                  <a:lnTo>
                    <a:pt x="3073261" y="4438650"/>
                  </a:lnTo>
                  <a:lnTo>
                    <a:pt x="3063717" y="4441428"/>
                  </a:lnTo>
                  <a:lnTo>
                    <a:pt x="3059342" y="4442222"/>
                  </a:lnTo>
                  <a:lnTo>
                    <a:pt x="3054173" y="4442618"/>
                  </a:lnTo>
                  <a:lnTo>
                    <a:pt x="3049401" y="4443015"/>
                  </a:lnTo>
                  <a:lnTo>
                    <a:pt x="3043833" y="4443412"/>
                  </a:lnTo>
                  <a:lnTo>
                    <a:pt x="3038663" y="4443015"/>
                  </a:lnTo>
                  <a:lnTo>
                    <a:pt x="3033891" y="4442618"/>
                  </a:lnTo>
                  <a:lnTo>
                    <a:pt x="3028722" y="4442222"/>
                  </a:lnTo>
                  <a:lnTo>
                    <a:pt x="3023950" y="4441428"/>
                  </a:lnTo>
                  <a:lnTo>
                    <a:pt x="3014405" y="4438650"/>
                  </a:lnTo>
                  <a:lnTo>
                    <a:pt x="3005259" y="4435475"/>
                  </a:lnTo>
                  <a:lnTo>
                    <a:pt x="2996908" y="4431506"/>
                  </a:lnTo>
                  <a:lnTo>
                    <a:pt x="2988557" y="4426347"/>
                  </a:lnTo>
                  <a:lnTo>
                    <a:pt x="2981001" y="4420393"/>
                  </a:lnTo>
                  <a:lnTo>
                    <a:pt x="2973843" y="4414440"/>
                  </a:lnTo>
                  <a:lnTo>
                    <a:pt x="2967083" y="4407297"/>
                  </a:lnTo>
                  <a:lnTo>
                    <a:pt x="2961515" y="4399359"/>
                  </a:lnTo>
                  <a:lnTo>
                    <a:pt x="2956345" y="4391421"/>
                  </a:lnTo>
                  <a:lnTo>
                    <a:pt x="2952369" y="4382690"/>
                  </a:lnTo>
                  <a:lnTo>
                    <a:pt x="2948790" y="4373562"/>
                  </a:lnTo>
                  <a:lnTo>
                    <a:pt x="2946801" y="4364037"/>
                  </a:lnTo>
                  <a:lnTo>
                    <a:pt x="2945608" y="4359275"/>
                  </a:lnTo>
                  <a:lnTo>
                    <a:pt x="2945211" y="4354115"/>
                  </a:lnTo>
                  <a:lnTo>
                    <a:pt x="2944813" y="4348956"/>
                  </a:lnTo>
                  <a:lnTo>
                    <a:pt x="2944813" y="4344193"/>
                  </a:lnTo>
                  <a:lnTo>
                    <a:pt x="2944813" y="4339034"/>
                  </a:lnTo>
                  <a:lnTo>
                    <a:pt x="2945211" y="4334271"/>
                  </a:lnTo>
                  <a:lnTo>
                    <a:pt x="2945608" y="4329112"/>
                  </a:lnTo>
                  <a:lnTo>
                    <a:pt x="2946801" y="4324349"/>
                  </a:lnTo>
                  <a:lnTo>
                    <a:pt x="2948790" y="4314824"/>
                  </a:lnTo>
                  <a:lnTo>
                    <a:pt x="2952369" y="4305299"/>
                  </a:lnTo>
                  <a:lnTo>
                    <a:pt x="2956345" y="4296568"/>
                  </a:lnTo>
                  <a:lnTo>
                    <a:pt x="2961515" y="4289027"/>
                  </a:lnTo>
                  <a:lnTo>
                    <a:pt x="2967083" y="4281090"/>
                  </a:lnTo>
                  <a:lnTo>
                    <a:pt x="2973843" y="4273946"/>
                  </a:lnTo>
                  <a:lnTo>
                    <a:pt x="2981001" y="4267596"/>
                  </a:lnTo>
                  <a:lnTo>
                    <a:pt x="2988557" y="4262040"/>
                  </a:lnTo>
                  <a:lnTo>
                    <a:pt x="2996908" y="4256881"/>
                  </a:lnTo>
                  <a:lnTo>
                    <a:pt x="3005259" y="4252912"/>
                  </a:lnTo>
                  <a:lnTo>
                    <a:pt x="3014405" y="4249340"/>
                  </a:lnTo>
                  <a:lnTo>
                    <a:pt x="3023950" y="4246959"/>
                  </a:lnTo>
                  <a:lnTo>
                    <a:pt x="3028722" y="4246165"/>
                  </a:lnTo>
                  <a:lnTo>
                    <a:pt x="3033891" y="4245768"/>
                  </a:lnTo>
                  <a:lnTo>
                    <a:pt x="3038663" y="4245371"/>
                  </a:lnTo>
                  <a:lnTo>
                    <a:pt x="3043833" y="4244974"/>
                  </a:lnTo>
                  <a:close/>
                  <a:moveTo>
                    <a:pt x="3275806" y="3778249"/>
                  </a:moveTo>
                  <a:lnTo>
                    <a:pt x="3282157" y="3778249"/>
                  </a:lnTo>
                  <a:lnTo>
                    <a:pt x="3288507" y="3778249"/>
                  </a:lnTo>
                  <a:lnTo>
                    <a:pt x="3294460" y="3779043"/>
                  </a:lnTo>
                  <a:lnTo>
                    <a:pt x="3300810" y="3779440"/>
                  </a:lnTo>
                  <a:lnTo>
                    <a:pt x="3306763" y="3780631"/>
                  </a:lnTo>
                  <a:lnTo>
                    <a:pt x="3313113" y="3781821"/>
                  </a:lnTo>
                  <a:lnTo>
                    <a:pt x="3318669" y="3783806"/>
                  </a:lnTo>
                  <a:lnTo>
                    <a:pt x="3324622" y="3785790"/>
                  </a:lnTo>
                  <a:lnTo>
                    <a:pt x="3329782" y="3787774"/>
                  </a:lnTo>
                  <a:lnTo>
                    <a:pt x="3335338" y="3790156"/>
                  </a:lnTo>
                  <a:lnTo>
                    <a:pt x="3340894" y="3793331"/>
                  </a:lnTo>
                  <a:lnTo>
                    <a:pt x="3345657" y="3796109"/>
                  </a:lnTo>
                  <a:lnTo>
                    <a:pt x="3350816" y="3799284"/>
                  </a:lnTo>
                  <a:lnTo>
                    <a:pt x="3355579" y="3802856"/>
                  </a:lnTo>
                  <a:lnTo>
                    <a:pt x="3360341" y="3806427"/>
                  </a:lnTo>
                  <a:lnTo>
                    <a:pt x="3364707" y="3810396"/>
                  </a:lnTo>
                  <a:lnTo>
                    <a:pt x="3369072" y="3814365"/>
                  </a:lnTo>
                  <a:lnTo>
                    <a:pt x="3373041" y="3818731"/>
                  </a:lnTo>
                  <a:lnTo>
                    <a:pt x="3377010" y="3823096"/>
                  </a:lnTo>
                  <a:lnTo>
                    <a:pt x="3380582" y="3827859"/>
                  </a:lnTo>
                  <a:lnTo>
                    <a:pt x="3384154" y="3832621"/>
                  </a:lnTo>
                  <a:lnTo>
                    <a:pt x="3387329" y="3837781"/>
                  </a:lnTo>
                  <a:lnTo>
                    <a:pt x="3390107" y="3842543"/>
                  </a:lnTo>
                  <a:lnTo>
                    <a:pt x="3393282" y="3848099"/>
                  </a:lnTo>
                  <a:lnTo>
                    <a:pt x="3395663" y="3853656"/>
                  </a:lnTo>
                  <a:lnTo>
                    <a:pt x="3397647" y="3858815"/>
                  </a:lnTo>
                  <a:lnTo>
                    <a:pt x="3399235" y="3864768"/>
                  </a:lnTo>
                  <a:lnTo>
                    <a:pt x="3401219" y="3870324"/>
                  </a:lnTo>
                  <a:lnTo>
                    <a:pt x="3402807" y="3876278"/>
                  </a:lnTo>
                  <a:lnTo>
                    <a:pt x="3403601" y="3882628"/>
                  </a:lnTo>
                  <a:lnTo>
                    <a:pt x="3404394" y="3888978"/>
                  </a:lnTo>
                  <a:lnTo>
                    <a:pt x="3404791" y="3894931"/>
                  </a:lnTo>
                  <a:lnTo>
                    <a:pt x="3405188" y="3901281"/>
                  </a:lnTo>
                  <a:lnTo>
                    <a:pt x="3404791" y="3907631"/>
                  </a:lnTo>
                  <a:lnTo>
                    <a:pt x="3404394" y="3913584"/>
                  </a:lnTo>
                  <a:lnTo>
                    <a:pt x="3403601" y="3919934"/>
                  </a:lnTo>
                  <a:lnTo>
                    <a:pt x="3402807" y="3926284"/>
                  </a:lnTo>
                  <a:lnTo>
                    <a:pt x="3401219" y="3931840"/>
                  </a:lnTo>
                  <a:lnTo>
                    <a:pt x="3399235" y="3937793"/>
                  </a:lnTo>
                  <a:lnTo>
                    <a:pt x="3397647" y="3943746"/>
                  </a:lnTo>
                  <a:lnTo>
                    <a:pt x="3395663" y="3948906"/>
                  </a:lnTo>
                  <a:lnTo>
                    <a:pt x="3393282" y="3954462"/>
                  </a:lnTo>
                  <a:lnTo>
                    <a:pt x="3390107" y="3960018"/>
                  </a:lnTo>
                  <a:lnTo>
                    <a:pt x="3387329" y="3964781"/>
                  </a:lnTo>
                  <a:lnTo>
                    <a:pt x="3384154" y="3969940"/>
                  </a:lnTo>
                  <a:lnTo>
                    <a:pt x="3380582" y="3974703"/>
                  </a:lnTo>
                  <a:lnTo>
                    <a:pt x="3377010" y="3979465"/>
                  </a:lnTo>
                  <a:lnTo>
                    <a:pt x="3373041" y="3983831"/>
                  </a:lnTo>
                  <a:lnTo>
                    <a:pt x="3369072" y="3988197"/>
                  </a:lnTo>
                  <a:lnTo>
                    <a:pt x="3364707" y="3992165"/>
                  </a:lnTo>
                  <a:lnTo>
                    <a:pt x="3360341" y="3996134"/>
                  </a:lnTo>
                  <a:lnTo>
                    <a:pt x="3355579" y="3999706"/>
                  </a:lnTo>
                  <a:lnTo>
                    <a:pt x="3350816" y="4002881"/>
                  </a:lnTo>
                  <a:lnTo>
                    <a:pt x="3345657" y="4006453"/>
                  </a:lnTo>
                  <a:lnTo>
                    <a:pt x="3340894" y="4009231"/>
                  </a:lnTo>
                  <a:lnTo>
                    <a:pt x="3335338" y="4012009"/>
                  </a:lnTo>
                  <a:lnTo>
                    <a:pt x="3329782" y="4014787"/>
                  </a:lnTo>
                  <a:lnTo>
                    <a:pt x="3324622" y="4016772"/>
                  </a:lnTo>
                  <a:lnTo>
                    <a:pt x="3318669" y="4018756"/>
                  </a:lnTo>
                  <a:lnTo>
                    <a:pt x="3313113" y="4020343"/>
                  </a:lnTo>
                  <a:lnTo>
                    <a:pt x="3306763" y="4021534"/>
                  </a:lnTo>
                  <a:lnTo>
                    <a:pt x="3300810" y="4023122"/>
                  </a:lnTo>
                  <a:lnTo>
                    <a:pt x="3294460" y="4023518"/>
                  </a:lnTo>
                  <a:lnTo>
                    <a:pt x="3288507" y="4024312"/>
                  </a:lnTo>
                  <a:lnTo>
                    <a:pt x="3282157" y="4024312"/>
                  </a:lnTo>
                  <a:lnTo>
                    <a:pt x="3275806" y="4024312"/>
                  </a:lnTo>
                  <a:lnTo>
                    <a:pt x="3269853" y="4023518"/>
                  </a:lnTo>
                  <a:lnTo>
                    <a:pt x="3263503" y="4023122"/>
                  </a:lnTo>
                  <a:lnTo>
                    <a:pt x="3257153" y="4021534"/>
                  </a:lnTo>
                  <a:lnTo>
                    <a:pt x="3251597" y="4020343"/>
                  </a:lnTo>
                  <a:lnTo>
                    <a:pt x="3245644" y="4018756"/>
                  </a:lnTo>
                  <a:lnTo>
                    <a:pt x="3239691" y="4016772"/>
                  </a:lnTo>
                  <a:lnTo>
                    <a:pt x="3234531" y="4014787"/>
                  </a:lnTo>
                  <a:lnTo>
                    <a:pt x="3228578" y="4012009"/>
                  </a:lnTo>
                  <a:lnTo>
                    <a:pt x="3223419" y="4009231"/>
                  </a:lnTo>
                  <a:lnTo>
                    <a:pt x="3218259" y="4006453"/>
                  </a:lnTo>
                  <a:lnTo>
                    <a:pt x="3213100" y="4002881"/>
                  </a:lnTo>
                  <a:lnTo>
                    <a:pt x="3208734" y="3999706"/>
                  </a:lnTo>
                  <a:lnTo>
                    <a:pt x="3203972" y="3996134"/>
                  </a:lnTo>
                  <a:lnTo>
                    <a:pt x="3199606" y="3992165"/>
                  </a:lnTo>
                  <a:lnTo>
                    <a:pt x="3195241" y="3988197"/>
                  </a:lnTo>
                  <a:lnTo>
                    <a:pt x="3191272" y="3983831"/>
                  </a:lnTo>
                  <a:lnTo>
                    <a:pt x="3186906" y="3979465"/>
                  </a:lnTo>
                  <a:lnTo>
                    <a:pt x="3183731" y="3974703"/>
                  </a:lnTo>
                  <a:lnTo>
                    <a:pt x="3180159" y="3969940"/>
                  </a:lnTo>
                  <a:lnTo>
                    <a:pt x="3176984" y="3964781"/>
                  </a:lnTo>
                  <a:lnTo>
                    <a:pt x="3174206" y="3960018"/>
                  </a:lnTo>
                  <a:lnTo>
                    <a:pt x="3171428" y="3954462"/>
                  </a:lnTo>
                  <a:lnTo>
                    <a:pt x="3168650" y="3948906"/>
                  </a:lnTo>
                  <a:lnTo>
                    <a:pt x="3166666" y="3943746"/>
                  </a:lnTo>
                  <a:lnTo>
                    <a:pt x="3164681" y="3937793"/>
                  </a:lnTo>
                  <a:lnTo>
                    <a:pt x="3163094" y="3931840"/>
                  </a:lnTo>
                  <a:lnTo>
                    <a:pt x="3161506" y="3926284"/>
                  </a:lnTo>
                  <a:lnTo>
                    <a:pt x="3160316" y="3919934"/>
                  </a:lnTo>
                  <a:lnTo>
                    <a:pt x="3159522" y="3913584"/>
                  </a:lnTo>
                  <a:lnTo>
                    <a:pt x="3159125" y="3907631"/>
                  </a:lnTo>
                  <a:lnTo>
                    <a:pt x="3159125" y="3901281"/>
                  </a:lnTo>
                  <a:lnTo>
                    <a:pt x="3159125" y="3894931"/>
                  </a:lnTo>
                  <a:lnTo>
                    <a:pt x="3159522" y="3888978"/>
                  </a:lnTo>
                  <a:lnTo>
                    <a:pt x="3160316" y="3882628"/>
                  </a:lnTo>
                  <a:lnTo>
                    <a:pt x="3161506" y="3876278"/>
                  </a:lnTo>
                  <a:lnTo>
                    <a:pt x="3163094" y="3870324"/>
                  </a:lnTo>
                  <a:lnTo>
                    <a:pt x="3164681" y="3864768"/>
                  </a:lnTo>
                  <a:lnTo>
                    <a:pt x="3166666" y="3858815"/>
                  </a:lnTo>
                  <a:lnTo>
                    <a:pt x="3168650" y="3853656"/>
                  </a:lnTo>
                  <a:lnTo>
                    <a:pt x="3171428" y="3848099"/>
                  </a:lnTo>
                  <a:lnTo>
                    <a:pt x="3174206" y="3842543"/>
                  </a:lnTo>
                  <a:lnTo>
                    <a:pt x="3176984" y="3837781"/>
                  </a:lnTo>
                  <a:lnTo>
                    <a:pt x="3180159" y="3832621"/>
                  </a:lnTo>
                  <a:lnTo>
                    <a:pt x="3183731" y="3827859"/>
                  </a:lnTo>
                  <a:lnTo>
                    <a:pt x="3186906" y="3823096"/>
                  </a:lnTo>
                  <a:lnTo>
                    <a:pt x="3191272" y="3818731"/>
                  </a:lnTo>
                  <a:lnTo>
                    <a:pt x="3195241" y="3814365"/>
                  </a:lnTo>
                  <a:lnTo>
                    <a:pt x="3199606" y="3810396"/>
                  </a:lnTo>
                  <a:lnTo>
                    <a:pt x="3203972" y="3806427"/>
                  </a:lnTo>
                  <a:lnTo>
                    <a:pt x="3208734" y="3802856"/>
                  </a:lnTo>
                  <a:lnTo>
                    <a:pt x="3213100" y="3799284"/>
                  </a:lnTo>
                  <a:lnTo>
                    <a:pt x="3218259" y="3796109"/>
                  </a:lnTo>
                  <a:lnTo>
                    <a:pt x="3223419" y="3793331"/>
                  </a:lnTo>
                  <a:lnTo>
                    <a:pt x="3228578" y="3790156"/>
                  </a:lnTo>
                  <a:lnTo>
                    <a:pt x="3234531" y="3787774"/>
                  </a:lnTo>
                  <a:lnTo>
                    <a:pt x="3239691" y="3785790"/>
                  </a:lnTo>
                  <a:lnTo>
                    <a:pt x="3245644" y="3783806"/>
                  </a:lnTo>
                  <a:lnTo>
                    <a:pt x="3251597" y="3781821"/>
                  </a:lnTo>
                  <a:lnTo>
                    <a:pt x="3257153" y="3780631"/>
                  </a:lnTo>
                  <a:lnTo>
                    <a:pt x="3263503" y="3779440"/>
                  </a:lnTo>
                  <a:lnTo>
                    <a:pt x="3269853" y="3779043"/>
                  </a:lnTo>
                  <a:lnTo>
                    <a:pt x="3275806" y="3778249"/>
                  </a:lnTo>
                  <a:close/>
                  <a:moveTo>
                    <a:pt x="2616002" y="3617912"/>
                  </a:moveTo>
                  <a:lnTo>
                    <a:pt x="2627501" y="3618310"/>
                  </a:lnTo>
                  <a:lnTo>
                    <a:pt x="2638603" y="3619106"/>
                  </a:lnTo>
                  <a:lnTo>
                    <a:pt x="2650103" y="3620300"/>
                  </a:lnTo>
                  <a:lnTo>
                    <a:pt x="2660809" y="3622688"/>
                  </a:lnTo>
                  <a:lnTo>
                    <a:pt x="2671515" y="3625075"/>
                  </a:lnTo>
                  <a:lnTo>
                    <a:pt x="2682221" y="3627861"/>
                  </a:lnTo>
                  <a:lnTo>
                    <a:pt x="2692134" y="3631840"/>
                  </a:lnTo>
                  <a:lnTo>
                    <a:pt x="2702840" y="3635422"/>
                  </a:lnTo>
                  <a:lnTo>
                    <a:pt x="2712356" y="3640197"/>
                  </a:lnTo>
                  <a:lnTo>
                    <a:pt x="2722269" y="3644972"/>
                  </a:lnTo>
                  <a:lnTo>
                    <a:pt x="2731389" y="3650543"/>
                  </a:lnTo>
                  <a:lnTo>
                    <a:pt x="2740509" y="3656114"/>
                  </a:lnTo>
                  <a:lnTo>
                    <a:pt x="2749233" y="3662481"/>
                  </a:lnTo>
                  <a:lnTo>
                    <a:pt x="2757560" y="3669246"/>
                  </a:lnTo>
                  <a:lnTo>
                    <a:pt x="2765490" y="3676011"/>
                  </a:lnTo>
                  <a:lnTo>
                    <a:pt x="2773421" y="3683174"/>
                  </a:lnTo>
                  <a:lnTo>
                    <a:pt x="2780558" y="3691133"/>
                  </a:lnTo>
                  <a:lnTo>
                    <a:pt x="2787299" y="3699092"/>
                  </a:lnTo>
                  <a:lnTo>
                    <a:pt x="2794040" y="3707448"/>
                  </a:lnTo>
                  <a:lnTo>
                    <a:pt x="2800384" y="3716203"/>
                  </a:lnTo>
                  <a:lnTo>
                    <a:pt x="2805935" y="3725355"/>
                  </a:lnTo>
                  <a:lnTo>
                    <a:pt x="2811487" y="3734906"/>
                  </a:lnTo>
                  <a:lnTo>
                    <a:pt x="2816245" y="3744456"/>
                  </a:lnTo>
                  <a:lnTo>
                    <a:pt x="2821003" y="3754007"/>
                  </a:lnTo>
                  <a:lnTo>
                    <a:pt x="2824572" y="3764751"/>
                  </a:lnTo>
                  <a:lnTo>
                    <a:pt x="2828537" y="3775098"/>
                  </a:lnTo>
                  <a:lnTo>
                    <a:pt x="2831313" y="3785444"/>
                  </a:lnTo>
                  <a:lnTo>
                    <a:pt x="2833692" y="3796188"/>
                  </a:lnTo>
                  <a:lnTo>
                    <a:pt x="2835674" y="3806933"/>
                  </a:lnTo>
                  <a:lnTo>
                    <a:pt x="2837260" y="3818473"/>
                  </a:lnTo>
                  <a:lnTo>
                    <a:pt x="2838053" y="3829615"/>
                  </a:lnTo>
                  <a:lnTo>
                    <a:pt x="2838450" y="3841155"/>
                  </a:lnTo>
                  <a:lnTo>
                    <a:pt x="2838053" y="3852297"/>
                  </a:lnTo>
                  <a:lnTo>
                    <a:pt x="2837260" y="3864236"/>
                  </a:lnTo>
                  <a:lnTo>
                    <a:pt x="2835674" y="3874980"/>
                  </a:lnTo>
                  <a:lnTo>
                    <a:pt x="2833692" y="3886122"/>
                  </a:lnTo>
                  <a:lnTo>
                    <a:pt x="2831313" y="3896866"/>
                  </a:lnTo>
                  <a:lnTo>
                    <a:pt x="2828537" y="3907611"/>
                  </a:lnTo>
                  <a:lnTo>
                    <a:pt x="2824572" y="3917957"/>
                  </a:lnTo>
                  <a:lnTo>
                    <a:pt x="2821003" y="3927906"/>
                  </a:lnTo>
                  <a:lnTo>
                    <a:pt x="2816245" y="3937854"/>
                  </a:lnTo>
                  <a:lnTo>
                    <a:pt x="2811487" y="3947405"/>
                  </a:lnTo>
                  <a:lnTo>
                    <a:pt x="2805935" y="3956557"/>
                  </a:lnTo>
                  <a:lnTo>
                    <a:pt x="2800384" y="3965710"/>
                  </a:lnTo>
                  <a:lnTo>
                    <a:pt x="2794040" y="3974464"/>
                  </a:lnTo>
                  <a:lnTo>
                    <a:pt x="2787299" y="3982821"/>
                  </a:lnTo>
                  <a:lnTo>
                    <a:pt x="2780558" y="3991178"/>
                  </a:lnTo>
                  <a:lnTo>
                    <a:pt x="2773421" y="3998738"/>
                  </a:lnTo>
                  <a:lnTo>
                    <a:pt x="2765490" y="4006299"/>
                  </a:lnTo>
                  <a:lnTo>
                    <a:pt x="2757560" y="4013064"/>
                  </a:lnTo>
                  <a:lnTo>
                    <a:pt x="2749233" y="4019829"/>
                  </a:lnTo>
                  <a:lnTo>
                    <a:pt x="2740509" y="4026196"/>
                  </a:lnTo>
                  <a:lnTo>
                    <a:pt x="2731389" y="4032165"/>
                  </a:lnTo>
                  <a:lnTo>
                    <a:pt x="2722269" y="4037338"/>
                  </a:lnTo>
                  <a:lnTo>
                    <a:pt x="2712356" y="4042114"/>
                  </a:lnTo>
                  <a:lnTo>
                    <a:pt x="2702840" y="4046491"/>
                  </a:lnTo>
                  <a:lnTo>
                    <a:pt x="2692134" y="4050868"/>
                  </a:lnTo>
                  <a:lnTo>
                    <a:pt x="2682221" y="4054052"/>
                  </a:lnTo>
                  <a:lnTo>
                    <a:pt x="2671515" y="4056837"/>
                  </a:lnTo>
                  <a:lnTo>
                    <a:pt x="2660809" y="4059623"/>
                  </a:lnTo>
                  <a:lnTo>
                    <a:pt x="2650103" y="4061613"/>
                  </a:lnTo>
                  <a:lnTo>
                    <a:pt x="2638603" y="4062806"/>
                  </a:lnTo>
                  <a:lnTo>
                    <a:pt x="2627501" y="4063602"/>
                  </a:lnTo>
                  <a:lnTo>
                    <a:pt x="2616002" y="4064000"/>
                  </a:lnTo>
                  <a:lnTo>
                    <a:pt x="2604503" y="4063602"/>
                  </a:lnTo>
                  <a:lnTo>
                    <a:pt x="2593400" y="4062806"/>
                  </a:lnTo>
                  <a:lnTo>
                    <a:pt x="2582297" y="4061613"/>
                  </a:lnTo>
                  <a:lnTo>
                    <a:pt x="2571195" y="4059623"/>
                  </a:lnTo>
                  <a:lnTo>
                    <a:pt x="2560489" y="4056837"/>
                  </a:lnTo>
                  <a:lnTo>
                    <a:pt x="2549783" y="4054052"/>
                  </a:lnTo>
                  <a:lnTo>
                    <a:pt x="2539473" y="4050868"/>
                  </a:lnTo>
                  <a:lnTo>
                    <a:pt x="2529560" y="4046491"/>
                  </a:lnTo>
                  <a:lnTo>
                    <a:pt x="2519647" y="4042114"/>
                  </a:lnTo>
                  <a:lnTo>
                    <a:pt x="2510131" y="4037338"/>
                  </a:lnTo>
                  <a:lnTo>
                    <a:pt x="2501011" y="4032165"/>
                  </a:lnTo>
                  <a:lnTo>
                    <a:pt x="2491891" y="4026196"/>
                  </a:lnTo>
                  <a:lnTo>
                    <a:pt x="2483167" y="4019829"/>
                  </a:lnTo>
                  <a:lnTo>
                    <a:pt x="2474841" y="4013064"/>
                  </a:lnTo>
                  <a:lnTo>
                    <a:pt x="2466514" y="4006299"/>
                  </a:lnTo>
                  <a:lnTo>
                    <a:pt x="2458980" y="3998738"/>
                  </a:lnTo>
                  <a:lnTo>
                    <a:pt x="2451446" y="3991178"/>
                  </a:lnTo>
                  <a:lnTo>
                    <a:pt x="2444308" y="3982821"/>
                  </a:lnTo>
                  <a:lnTo>
                    <a:pt x="2437964" y="3974464"/>
                  </a:lnTo>
                  <a:lnTo>
                    <a:pt x="2431620" y="3965710"/>
                  </a:lnTo>
                  <a:lnTo>
                    <a:pt x="2425672" y="3956557"/>
                  </a:lnTo>
                  <a:lnTo>
                    <a:pt x="2420914" y="3947405"/>
                  </a:lnTo>
                  <a:lnTo>
                    <a:pt x="2415759" y="3937854"/>
                  </a:lnTo>
                  <a:lnTo>
                    <a:pt x="2411397" y="3927906"/>
                  </a:lnTo>
                  <a:lnTo>
                    <a:pt x="2407035" y="3917957"/>
                  </a:lnTo>
                  <a:lnTo>
                    <a:pt x="2403863" y="3907611"/>
                  </a:lnTo>
                  <a:lnTo>
                    <a:pt x="2400691" y="3896866"/>
                  </a:lnTo>
                  <a:lnTo>
                    <a:pt x="2398312" y="3886122"/>
                  </a:lnTo>
                  <a:lnTo>
                    <a:pt x="2396329" y="3874980"/>
                  </a:lnTo>
                  <a:lnTo>
                    <a:pt x="2395140" y="3864236"/>
                  </a:lnTo>
                  <a:lnTo>
                    <a:pt x="2394347" y="3852297"/>
                  </a:lnTo>
                  <a:lnTo>
                    <a:pt x="2393950" y="3841155"/>
                  </a:lnTo>
                  <a:lnTo>
                    <a:pt x="2394347" y="3829615"/>
                  </a:lnTo>
                  <a:lnTo>
                    <a:pt x="2395140" y="3818473"/>
                  </a:lnTo>
                  <a:lnTo>
                    <a:pt x="2396329" y="3806933"/>
                  </a:lnTo>
                  <a:lnTo>
                    <a:pt x="2398312" y="3796188"/>
                  </a:lnTo>
                  <a:lnTo>
                    <a:pt x="2400691" y="3785444"/>
                  </a:lnTo>
                  <a:lnTo>
                    <a:pt x="2403863" y="3775098"/>
                  </a:lnTo>
                  <a:lnTo>
                    <a:pt x="2407035" y="3764751"/>
                  </a:lnTo>
                  <a:lnTo>
                    <a:pt x="2411397" y="3754007"/>
                  </a:lnTo>
                  <a:lnTo>
                    <a:pt x="2415759" y="3744456"/>
                  </a:lnTo>
                  <a:lnTo>
                    <a:pt x="2420914" y="3734906"/>
                  </a:lnTo>
                  <a:lnTo>
                    <a:pt x="2425672" y="3725355"/>
                  </a:lnTo>
                  <a:lnTo>
                    <a:pt x="2431620" y="3716203"/>
                  </a:lnTo>
                  <a:lnTo>
                    <a:pt x="2437964" y="3707448"/>
                  </a:lnTo>
                  <a:lnTo>
                    <a:pt x="2444308" y="3699092"/>
                  </a:lnTo>
                  <a:lnTo>
                    <a:pt x="2451446" y="3691133"/>
                  </a:lnTo>
                  <a:lnTo>
                    <a:pt x="2458980" y="3683174"/>
                  </a:lnTo>
                  <a:lnTo>
                    <a:pt x="2466514" y="3676011"/>
                  </a:lnTo>
                  <a:lnTo>
                    <a:pt x="2474841" y="3669246"/>
                  </a:lnTo>
                  <a:lnTo>
                    <a:pt x="2483167" y="3662481"/>
                  </a:lnTo>
                  <a:lnTo>
                    <a:pt x="2491891" y="3656114"/>
                  </a:lnTo>
                  <a:lnTo>
                    <a:pt x="2501011" y="3650543"/>
                  </a:lnTo>
                  <a:lnTo>
                    <a:pt x="2510131" y="3644972"/>
                  </a:lnTo>
                  <a:lnTo>
                    <a:pt x="2519647" y="3640197"/>
                  </a:lnTo>
                  <a:lnTo>
                    <a:pt x="2529560" y="3635422"/>
                  </a:lnTo>
                  <a:lnTo>
                    <a:pt x="2539473" y="3631840"/>
                  </a:lnTo>
                  <a:lnTo>
                    <a:pt x="2549783" y="3627861"/>
                  </a:lnTo>
                  <a:lnTo>
                    <a:pt x="2560489" y="3625075"/>
                  </a:lnTo>
                  <a:lnTo>
                    <a:pt x="2571195" y="3622688"/>
                  </a:lnTo>
                  <a:lnTo>
                    <a:pt x="2582297" y="3620300"/>
                  </a:lnTo>
                  <a:lnTo>
                    <a:pt x="2593400" y="3619106"/>
                  </a:lnTo>
                  <a:lnTo>
                    <a:pt x="2604503" y="3618310"/>
                  </a:lnTo>
                  <a:lnTo>
                    <a:pt x="2616002" y="3617912"/>
                  </a:lnTo>
                  <a:close/>
                  <a:moveTo>
                    <a:pt x="2187774" y="3414712"/>
                  </a:moveTo>
                  <a:lnTo>
                    <a:pt x="2193738" y="3415107"/>
                  </a:lnTo>
                  <a:lnTo>
                    <a:pt x="2199303" y="3415502"/>
                  </a:lnTo>
                  <a:lnTo>
                    <a:pt x="2204869" y="3415897"/>
                  </a:lnTo>
                  <a:lnTo>
                    <a:pt x="2210833" y="3417081"/>
                  </a:lnTo>
                  <a:lnTo>
                    <a:pt x="2216001" y="3418265"/>
                  </a:lnTo>
                  <a:lnTo>
                    <a:pt x="2221567" y="3419845"/>
                  </a:lnTo>
                  <a:lnTo>
                    <a:pt x="2227133" y="3421819"/>
                  </a:lnTo>
                  <a:lnTo>
                    <a:pt x="2231904" y="3423793"/>
                  </a:lnTo>
                  <a:lnTo>
                    <a:pt x="2237470" y="3425767"/>
                  </a:lnTo>
                  <a:lnTo>
                    <a:pt x="2241843" y="3428530"/>
                  </a:lnTo>
                  <a:lnTo>
                    <a:pt x="2247011" y="3431294"/>
                  </a:lnTo>
                  <a:lnTo>
                    <a:pt x="2251384" y="3434058"/>
                  </a:lnTo>
                  <a:lnTo>
                    <a:pt x="2256155" y="3437611"/>
                  </a:lnTo>
                  <a:lnTo>
                    <a:pt x="2260131" y="3440769"/>
                  </a:lnTo>
                  <a:lnTo>
                    <a:pt x="2264504" y="3443928"/>
                  </a:lnTo>
                  <a:lnTo>
                    <a:pt x="2268480" y="3448271"/>
                  </a:lnTo>
                  <a:lnTo>
                    <a:pt x="2272455" y="3451824"/>
                  </a:lnTo>
                  <a:lnTo>
                    <a:pt x="2275636" y="3456167"/>
                  </a:lnTo>
                  <a:lnTo>
                    <a:pt x="2278816" y="3460115"/>
                  </a:lnTo>
                  <a:lnTo>
                    <a:pt x="2282395" y="3464853"/>
                  </a:lnTo>
                  <a:lnTo>
                    <a:pt x="2285178" y="3469195"/>
                  </a:lnTo>
                  <a:lnTo>
                    <a:pt x="2288358" y="3474328"/>
                  </a:lnTo>
                  <a:lnTo>
                    <a:pt x="2290743" y="3479065"/>
                  </a:lnTo>
                  <a:lnTo>
                    <a:pt x="2292731" y="3484198"/>
                  </a:lnTo>
                  <a:lnTo>
                    <a:pt x="2294719" y="3488936"/>
                  </a:lnTo>
                  <a:lnTo>
                    <a:pt x="2296707" y="3494463"/>
                  </a:lnTo>
                  <a:lnTo>
                    <a:pt x="2298297" y="3499990"/>
                  </a:lnTo>
                  <a:lnTo>
                    <a:pt x="2299490" y="3505123"/>
                  </a:lnTo>
                  <a:lnTo>
                    <a:pt x="2300683" y="3511045"/>
                  </a:lnTo>
                  <a:lnTo>
                    <a:pt x="2301478" y="3516967"/>
                  </a:lnTo>
                  <a:lnTo>
                    <a:pt x="2301875" y="3522494"/>
                  </a:lnTo>
                  <a:lnTo>
                    <a:pt x="2301875" y="3528416"/>
                  </a:lnTo>
                  <a:lnTo>
                    <a:pt x="2301875" y="3534338"/>
                  </a:lnTo>
                  <a:lnTo>
                    <a:pt x="2301478" y="3539866"/>
                  </a:lnTo>
                  <a:lnTo>
                    <a:pt x="2300683" y="3545393"/>
                  </a:lnTo>
                  <a:lnTo>
                    <a:pt x="2299490" y="3550920"/>
                  </a:lnTo>
                  <a:lnTo>
                    <a:pt x="2298297" y="3556447"/>
                  </a:lnTo>
                  <a:lnTo>
                    <a:pt x="2296707" y="3561975"/>
                  </a:lnTo>
                  <a:lnTo>
                    <a:pt x="2294719" y="3567107"/>
                  </a:lnTo>
                  <a:lnTo>
                    <a:pt x="2292731" y="3572634"/>
                  </a:lnTo>
                  <a:lnTo>
                    <a:pt x="2290743" y="3577372"/>
                  </a:lnTo>
                  <a:lnTo>
                    <a:pt x="2288358" y="3582504"/>
                  </a:lnTo>
                  <a:lnTo>
                    <a:pt x="2285178" y="3587242"/>
                  </a:lnTo>
                  <a:lnTo>
                    <a:pt x="2282395" y="3591585"/>
                  </a:lnTo>
                  <a:lnTo>
                    <a:pt x="2278816" y="3596323"/>
                  </a:lnTo>
                  <a:lnTo>
                    <a:pt x="2275636" y="3600271"/>
                  </a:lnTo>
                  <a:lnTo>
                    <a:pt x="2272455" y="3604614"/>
                  </a:lnTo>
                  <a:lnTo>
                    <a:pt x="2268480" y="3608562"/>
                  </a:lnTo>
                  <a:lnTo>
                    <a:pt x="2264504" y="3612115"/>
                  </a:lnTo>
                  <a:lnTo>
                    <a:pt x="2260131" y="3615668"/>
                  </a:lnTo>
                  <a:lnTo>
                    <a:pt x="2256155" y="3619221"/>
                  </a:lnTo>
                  <a:lnTo>
                    <a:pt x="2251384" y="3622380"/>
                  </a:lnTo>
                  <a:lnTo>
                    <a:pt x="2247011" y="3625143"/>
                  </a:lnTo>
                  <a:lnTo>
                    <a:pt x="2241843" y="3627907"/>
                  </a:lnTo>
                  <a:lnTo>
                    <a:pt x="2237470" y="3630276"/>
                  </a:lnTo>
                  <a:lnTo>
                    <a:pt x="2231904" y="3633040"/>
                  </a:lnTo>
                  <a:lnTo>
                    <a:pt x="2227133" y="3634619"/>
                  </a:lnTo>
                  <a:lnTo>
                    <a:pt x="2221567" y="3636593"/>
                  </a:lnTo>
                  <a:lnTo>
                    <a:pt x="2216001" y="3637777"/>
                  </a:lnTo>
                  <a:lnTo>
                    <a:pt x="2210833" y="3639751"/>
                  </a:lnTo>
                  <a:lnTo>
                    <a:pt x="2204869" y="3640541"/>
                  </a:lnTo>
                  <a:lnTo>
                    <a:pt x="2199303" y="3641330"/>
                  </a:lnTo>
                  <a:lnTo>
                    <a:pt x="2193738" y="3641725"/>
                  </a:lnTo>
                  <a:lnTo>
                    <a:pt x="2187774" y="3641725"/>
                  </a:lnTo>
                  <a:lnTo>
                    <a:pt x="2181413" y="3641725"/>
                  </a:lnTo>
                  <a:lnTo>
                    <a:pt x="2175847" y="3641330"/>
                  </a:lnTo>
                  <a:lnTo>
                    <a:pt x="2170281" y="3640541"/>
                  </a:lnTo>
                  <a:lnTo>
                    <a:pt x="2164715" y="3639751"/>
                  </a:lnTo>
                  <a:lnTo>
                    <a:pt x="2159149" y="3637777"/>
                  </a:lnTo>
                  <a:lnTo>
                    <a:pt x="2153583" y="3636593"/>
                  </a:lnTo>
                  <a:lnTo>
                    <a:pt x="2148415" y="3634619"/>
                  </a:lnTo>
                  <a:lnTo>
                    <a:pt x="2143247" y="3633040"/>
                  </a:lnTo>
                  <a:lnTo>
                    <a:pt x="2138476" y="3630276"/>
                  </a:lnTo>
                  <a:lnTo>
                    <a:pt x="2133308" y="3627907"/>
                  </a:lnTo>
                  <a:lnTo>
                    <a:pt x="2128139" y="3625143"/>
                  </a:lnTo>
                  <a:lnTo>
                    <a:pt x="2123766" y="3622380"/>
                  </a:lnTo>
                  <a:lnTo>
                    <a:pt x="2118995" y="3619221"/>
                  </a:lnTo>
                  <a:lnTo>
                    <a:pt x="2115020" y="3615668"/>
                  </a:lnTo>
                  <a:lnTo>
                    <a:pt x="2110646" y="3612115"/>
                  </a:lnTo>
                  <a:lnTo>
                    <a:pt x="2106671" y="3608562"/>
                  </a:lnTo>
                  <a:lnTo>
                    <a:pt x="2103093" y="3604614"/>
                  </a:lnTo>
                  <a:lnTo>
                    <a:pt x="2099515" y="3600271"/>
                  </a:lnTo>
                  <a:lnTo>
                    <a:pt x="2096334" y="3596323"/>
                  </a:lnTo>
                  <a:lnTo>
                    <a:pt x="2092756" y="3591585"/>
                  </a:lnTo>
                  <a:lnTo>
                    <a:pt x="2089973" y="3587242"/>
                  </a:lnTo>
                  <a:lnTo>
                    <a:pt x="2087190" y="3582504"/>
                  </a:lnTo>
                  <a:lnTo>
                    <a:pt x="2084805" y="3577372"/>
                  </a:lnTo>
                  <a:lnTo>
                    <a:pt x="2082419" y="3572634"/>
                  </a:lnTo>
                  <a:lnTo>
                    <a:pt x="2080431" y="3567107"/>
                  </a:lnTo>
                  <a:lnTo>
                    <a:pt x="2078444" y="3561975"/>
                  </a:lnTo>
                  <a:lnTo>
                    <a:pt x="2077251" y="3556447"/>
                  </a:lnTo>
                  <a:lnTo>
                    <a:pt x="2076058" y="3550920"/>
                  </a:lnTo>
                  <a:lnTo>
                    <a:pt x="2074468" y="3545393"/>
                  </a:lnTo>
                  <a:lnTo>
                    <a:pt x="2073673" y="3539866"/>
                  </a:lnTo>
                  <a:lnTo>
                    <a:pt x="2073275" y="3534338"/>
                  </a:lnTo>
                  <a:lnTo>
                    <a:pt x="2073275" y="3528416"/>
                  </a:lnTo>
                  <a:lnTo>
                    <a:pt x="2073275" y="3522494"/>
                  </a:lnTo>
                  <a:lnTo>
                    <a:pt x="2073673" y="3516967"/>
                  </a:lnTo>
                  <a:lnTo>
                    <a:pt x="2074468" y="3511045"/>
                  </a:lnTo>
                  <a:lnTo>
                    <a:pt x="2076058" y="3505123"/>
                  </a:lnTo>
                  <a:lnTo>
                    <a:pt x="2077251" y="3499990"/>
                  </a:lnTo>
                  <a:lnTo>
                    <a:pt x="2078444" y="3494463"/>
                  </a:lnTo>
                  <a:lnTo>
                    <a:pt x="2080431" y="3488936"/>
                  </a:lnTo>
                  <a:lnTo>
                    <a:pt x="2082419" y="3484198"/>
                  </a:lnTo>
                  <a:lnTo>
                    <a:pt x="2084805" y="3479065"/>
                  </a:lnTo>
                  <a:lnTo>
                    <a:pt x="2087190" y="3474328"/>
                  </a:lnTo>
                  <a:lnTo>
                    <a:pt x="2089973" y="3469195"/>
                  </a:lnTo>
                  <a:lnTo>
                    <a:pt x="2092756" y="3464853"/>
                  </a:lnTo>
                  <a:lnTo>
                    <a:pt x="2096334" y="3460115"/>
                  </a:lnTo>
                  <a:lnTo>
                    <a:pt x="2099515" y="3456167"/>
                  </a:lnTo>
                  <a:lnTo>
                    <a:pt x="2103093" y="3451824"/>
                  </a:lnTo>
                  <a:lnTo>
                    <a:pt x="2106671" y="3448271"/>
                  </a:lnTo>
                  <a:lnTo>
                    <a:pt x="2110646" y="3443928"/>
                  </a:lnTo>
                  <a:lnTo>
                    <a:pt x="2115020" y="3440769"/>
                  </a:lnTo>
                  <a:lnTo>
                    <a:pt x="2118995" y="3437611"/>
                  </a:lnTo>
                  <a:lnTo>
                    <a:pt x="2123766" y="3434058"/>
                  </a:lnTo>
                  <a:lnTo>
                    <a:pt x="2128139" y="3431294"/>
                  </a:lnTo>
                  <a:lnTo>
                    <a:pt x="2133308" y="3428530"/>
                  </a:lnTo>
                  <a:lnTo>
                    <a:pt x="2138476" y="3425767"/>
                  </a:lnTo>
                  <a:lnTo>
                    <a:pt x="2143247" y="3423793"/>
                  </a:lnTo>
                  <a:lnTo>
                    <a:pt x="2148415" y="3421819"/>
                  </a:lnTo>
                  <a:lnTo>
                    <a:pt x="2153583" y="3419845"/>
                  </a:lnTo>
                  <a:lnTo>
                    <a:pt x="2159149" y="3418265"/>
                  </a:lnTo>
                  <a:lnTo>
                    <a:pt x="2164715" y="3417081"/>
                  </a:lnTo>
                  <a:lnTo>
                    <a:pt x="2170281" y="3415897"/>
                  </a:lnTo>
                  <a:lnTo>
                    <a:pt x="2175847" y="3415502"/>
                  </a:lnTo>
                  <a:lnTo>
                    <a:pt x="2181413" y="3415107"/>
                  </a:lnTo>
                  <a:lnTo>
                    <a:pt x="2187774" y="3414712"/>
                  </a:lnTo>
                  <a:close/>
                  <a:moveTo>
                    <a:pt x="2877146" y="3217862"/>
                  </a:moveTo>
                  <a:lnTo>
                    <a:pt x="2885867" y="3218259"/>
                  </a:lnTo>
                  <a:lnTo>
                    <a:pt x="2894191" y="3219051"/>
                  </a:lnTo>
                  <a:lnTo>
                    <a:pt x="2902515" y="3219844"/>
                  </a:lnTo>
                  <a:lnTo>
                    <a:pt x="2910840" y="3221430"/>
                  </a:lnTo>
                  <a:lnTo>
                    <a:pt x="2918768" y="3223412"/>
                  </a:lnTo>
                  <a:lnTo>
                    <a:pt x="2926696" y="3225394"/>
                  </a:lnTo>
                  <a:lnTo>
                    <a:pt x="2934624" y="3228169"/>
                  </a:lnTo>
                  <a:lnTo>
                    <a:pt x="2942156" y="3230943"/>
                  </a:lnTo>
                  <a:lnTo>
                    <a:pt x="2949291" y="3234511"/>
                  </a:lnTo>
                  <a:lnTo>
                    <a:pt x="2956426" y="3238079"/>
                  </a:lnTo>
                  <a:lnTo>
                    <a:pt x="2963561" y="3242043"/>
                  </a:lnTo>
                  <a:lnTo>
                    <a:pt x="2970300" y="3246403"/>
                  </a:lnTo>
                  <a:lnTo>
                    <a:pt x="2976643" y="3251160"/>
                  </a:lnTo>
                  <a:lnTo>
                    <a:pt x="2982985" y="3255917"/>
                  </a:lnTo>
                  <a:lnTo>
                    <a:pt x="2988931" y="3261070"/>
                  </a:lnTo>
                  <a:lnTo>
                    <a:pt x="2994481" y="3266620"/>
                  </a:lnTo>
                  <a:lnTo>
                    <a:pt x="3000030" y="3272169"/>
                  </a:lnTo>
                  <a:lnTo>
                    <a:pt x="3005580" y="3278512"/>
                  </a:lnTo>
                  <a:lnTo>
                    <a:pt x="3010337" y="3284458"/>
                  </a:lnTo>
                  <a:lnTo>
                    <a:pt x="3015093" y="3291196"/>
                  </a:lnTo>
                  <a:lnTo>
                    <a:pt x="3019057" y="3297935"/>
                  </a:lnTo>
                  <a:lnTo>
                    <a:pt x="3023418" y="3305070"/>
                  </a:lnTo>
                  <a:lnTo>
                    <a:pt x="3026986" y="3312206"/>
                  </a:lnTo>
                  <a:lnTo>
                    <a:pt x="3030553" y="3319341"/>
                  </a:lnTo>
                  <a:lnTo>
                    <a:pt x="3033328" y="3326873"/>
                  </a:lnTo>
                  <a:lnTo>
                    <a:pt x="3035706" y="3334404"/>
                  </a:lnTo>
                  <a:lnTo>
                    <a:pt x="3038085" y="3342332"/>
                  </a:lnTo>
                  <a:lnTo>
                    <a:pt x="3040067" y="3350657"/>
                  </a:lnTo>
                  <a:lnTo>
                    <a:pt x="3041652" y="3358585"/>
                  </a:lnTo>
                  <a:lnTo>
                    <a:pt x="3042445" y="3366909"/>
                  </a:lnTo>
                  <a:lnTo>
                    <a:pt x="3043238" y="3375630"/>
                  </a:lnTo>
                  <a:lnTo>
                    <a:pt x="3043238" y="3383954"/>
                  </a:lnTo>
                  <a:lnTo>
                    <a:pt x="3043238" y="3392675"/>
                  </a:lnTo>
                  <a:lnTo>
                    <a:pt x="3042445" y="3401000"/>
                  </a:lnTo>
                  <a:lnTo>
                    <a:pt x="3041652" y="3408928"/>
                  </a:lnTo>
                  <a:lnTo>
                    <a:pt x="3040067" y="3417252"/>
                  </a:lnTo>
                  <a:lnTo>
                    <a:pt x="3038085" y="3425180"/>
                  </a:lnTo>
                  <a:lnTo>
                    <a:pt x="3035706" y="3433108"/>
                  </a:lnTo>
                  <a:lnTo>
                    <a:pt x="3033328" y="3441036"/>
                  </a:lnTo>
                  <a:lnTo>
                    <a:pt x="3030553" y="3448568"/>
                  </a:lnTo>
                  <a:lnTo>
                    <a:pt x="3026986" y="3456100"/>
                  </a:lnTo>
                  <a:lnTo>
                    <a:pt x="3023418" y="3463235"/>
                  </a:lnTo>
                  <a:lnTo>
                    <a:pt x="3019057" y="3469974"/>
                  </a:lnTo>
                  <a:lnTo>
                    <a:pt x="3015093" y="3476712"/>
                  </a:lnTo>
                  <a:lnTo>
                    <a:pt x="3010337" y="3483451"/>
                  </a:lnTo>
                  <a:lnTo>
                    <a:pt x="3005580" y="3489794"/>
                  </a:lnTo>
                  <a:lnTo>
                    <a:pt x="3000030" y="3495343"/>
                  </a:lnTo>
                  <a:lnTo>
                    <a:pt x="2994481" y="3501289"/>
                  </a:lnTo>
                  <a:lnTo>
                    <a:pt x="2988931" y="3506442"/>
                  </a:lnTo>
                  <a:lnTo>
                    <a:pt x="2982985" y="3511992"/>
                  </a:lnTo>
                  <a:lnTo>
                    <a:pt x="2976643" y="3517145"/>
                  </a:lnTo>
                  <a:lnTo>
                    <a:pt x="2970300" y="3521506"/>
                  </a:lnTo>
                  <a:lnTo>
                    <a:pt x="2963561" y="3525866"/>
                  </a:lnTo>
                  <a:lnTo>
                    <a:pt x="2956426" y="3529830"/>
                  </a:lnTo>
                  <a:lnTo>
                    <a:pt x="2949291" y="3533794"/>
                  </a:lnTo>
                  <a:lnTo>
                    <a:pt x="2942156" y="3536965"/>
                  </a:lnTo>
                  <a:lnTo>
                    <a:pt x="2934624" y="3539740"/>
                  </a:lnTo>
                  <a:lnTo>
                    <a:pt x="2926696" y="3542515"/>
                  </a:lnTo>
                  <a:lnTo>
                    <a:pt x="2918768" y="3544893"/>
                  </a:lnTo>
                  <a:lnTo>
                    <a:pt x="2910840" y="3546479"/>
                  </a:lnTo>
                  <a:lnTo>
                    <a:pt x="2902515" y="3548065"/>
                  </a:lnTo>
                  <a:lnTo>
                    <a:pt x="2894191" y="3548857"/>
                  </a:lnTo>
                  <a:lnTo>
                    <a:pt x="2885867" y="3549650"/>
                  </a:lnTo>
                  <a:lnTo>
                    <a:pt x="2877146" y="3549650"/>
                  </a:lnTo>
                  <a:lnTo>
                    <a:pt x="2868821" y="3549650"/>
                  </a:lnTo>
                  <a:lnTo>
                    <a:pt x="2860101" y="3548857"/>
                  </a:lnTo>
                  <a:lnTo>
                    <a:pt x="2851776" y="3548065"/>
                  </a:lnTo>
                  <a:lnTo>
                    <a:pt x="2843848" y="3546479"/>
                  </a:lnTo>
                  <a:lnTo>
                    <a:pt x="2835524" y="3544893"/>
                  </a:lnTo>
                  <a:lnTo>
                    <a:pt x="2827992" y="3542515"/>
                  </a:lnTo>
                  <a:lnTo>
                    <a:pt x="2820460" y="3539740"/>
                  </a:lnTo>
                  <a:lnTo>
                    <a:pt x="2812929" y="3536965"/>
                  </a:lnTo>
                  <a:lnTo>
                    <a:pt x="2805397" y="3533794"/>
                  </a:lnTo>
                  <a:lnTo>
                    <a:pt x="2798262" y="3529830"/>
                  </a:lnTo>
                  <a:lnTo>
                    <a:pt x="2791127" y="3525866"/>
                  </a:lnTo>
                  <a:lnTo>
                    <a:pt x="2784784" y="3521506"/>
                  </a:lnTo>
                  <a:lnTo>
                    <a:pt x="2778045" y="3517145"/>
                  </a:lnTo>
                  <a:lnTo>
                    <a:pt x="2771703" y="3511992"/>
                  </a:lnTo>
                  <a:lnTo>
                    <a:pt x="2766153" y="3506442"/>
                  </a:lnTo>
                  <a:lnTo>
                    <a:pt x="2760207" y="3501289"/>
                  </a:lnTo>
                  <a:lnTo>
                    <a:pt x="2754261" y="3495343"/>
                  </a:lnTo>
                  <a:lnTo>
                    <a:pt x="2749505" y="3489794"/>
                  </a:lnTo>
                  <a:lnTo>
                    <a:pt x="2744351" y="3483451"/>
                  </a:lnTo>
                  <a:lnTo>
                    <a:pt x="2739991" y="3476712"/>
                  </a:lnTo>
                  <a:lnTo>
                    <a:pt x="2735234" y="3469974"/>
                  </a:lnTo>
                  <a:lnTo>
                    <a:pt x="2731666" y="3463235"/>
                  </a:lnTo>
                  <a:lnTo>
                    <a:pt x="2727702" y="3456100"/>
                  </a:lnTo>
                  <a:lnTo>
                    <a:pt x="2724531" y="3448568"/>
                  </a:lnTo>
                  <a:lnTo>
                    <a:pt x="2721756" y="3441036"/>
                  </a:lnTo>
                  <a:lnTo>
                    <a:pt x="2718982" y="3433108"/>
                  </a:lnTo>
                  <a:lnTo>
                    <a:pt x="2716603" y="3425180"/>
                  </a:lnTo>
                  <a:lnTo>
                    <a:pt x="2715018" y="3417252"/>
                  </a:lnTo>
                  <a:lnTo>
                    <a:pt x="2713432" y="3408928"/>
                  </a:lnTo>
                  <a:lnTo>
                    <a:pt x="2712639" y="3401000"/>
                  </a:lnTo>
                  <a:lnTo>
                    <a:pt x="2711450" y="3392675"/>
                  </a:lnTo>
                  <a:lnTo>
                    <a:pt x="2711450" y="3383954"/>
                  </a:lnTo>
                  <a:lnTo>
                    <a:pt x="2711450" y="3375630"/>
                  </a:lnTo>
                  <a:lnTo>
                    <a:pt x="2712639" y="3366909"/>
                  </a:lnTo>
                  <a:lnTo>
                    <a:pt x="2713432" y="3358585"/>
                  </a:lnTo>
                  <a:lnTo>
                    <a:pt x="2715018" y="3350657"/>
                  </a:lnTo>
                  <a:lnTo>
                    <a:pt x="2716603" y="3342332"/>
                  </a:lnTo>
                  <a:lnTo>
                    <a:pt x="2718982" y="3334404"/>
                  </a:lnTo>
                  <a:lnTo>
                    <a:pt x="2721756" y="3326873"/>
                  </a:lnTo>
                  <a:lnTo>
                    <a:pt x="2724531" y="3319341"/>
                  </a:lnTo>
                  <a:lnTo>
                    <a:pt x="2727702" y="3312206"/>
                  </a:lnTo>
                  <a:lnTo>
                    <a:pt x="2731666" y="3305070"/>
                  </a:lnTo>
                  <a:lnTo>
                    <a:pt x="2735234" y="3297935"/>
                  </a:lnTo>
                  <a:lnTo>
                    <a:pt x="2739991" y="3291196"/>
                  </a:lnTo>
                  <a:lnTo>
                    <a:pt x="2744351" y="3284458"/>
                  </a:lnTo>
                  <a:lnTo>
                    <a:pt x="2749505" y="3278512"/>
                  </a:lnTo>
                  <a:lnTo>
                    <a:pt x="2754261" y="3272169"/>
                  </a:lnTo>
                  <a:lnTo>
                    <a:pt x="2760207" y="3266620"/>
                  </a:lnTo>
                  <a:lnTo>
                    <a:pt x="2766153" y="3261070"/>
                  </a:lnTo>
                  <a:lnTo>
                    <a:pt x="2771703" y="3255917"/>
                  </a:lnTo>
                  <a:lnTo>
                    <a:pt x="2778045" y="3251160"/>
                  </a:lnTo>
                  <a:lnTo>
                    <a:pt x="2784784" y="3246403"/>
                  </a:lnTo>
                  <a:lnTo>
                    <a:pt x="2791127" y="3242043"/>
                  </a:lnTo>
                  <a:lnTo>
                    <a:pt x="2798262" y="3238079"/>
                  </a:lnTo>
                  <a:lnTo>
                    <a:pt x="2805397" y="3234511"/>
                  </a:lnTo>
                  <a:lnTo>
                    <a:pt x="2812929" y="3230943"/>
                  </a:lnTo>
                  <a:lnTo>
                    <a:pt x="2820460" y="3228169"/>
                  </a:lnTo>
                  <a:lnTo>
                    <a:pt x="2827992" y="3225394"/>
                  </a:lnTo>
                  <a:lnTo>
                    <a:pt x="2835524" y="3223412"/>
                  </a:lnTo>
                  <a:lnTo>
                    <a:pt x="2843848" y="3221430"/>
                  </a:lnTo>
                  <a:lnTo>
                    <a:pt x="2851776" y="3219844"/>
                  </a:lnTo>
                  <a:lnTo>
                    <a:pt x="2860101" y="3219051"/>
                  </a:lnTo>
                  <a:lnTo>
                    <a:pt x="2868821" y="3218259"/>
                  </a:lnTo>
                  <a:lnTo>
                    <a:pt x="2877146" y="3217862"/>
                  </a:lnTo>
                  <a:close/>
                  <a:moveTo>
                    <a:pt x="1341242" y="3000374"/>
                  </a:moveTo>
                  <a:lnTo>
                    <a:pt x="410762" y="4429560"/>
                  </a:lnTo>
                  <a:lnTo>
                    <a:pt x="409572" y="4434325"/>
                  </a:lnTo>
                  <a:lnTo>
                    <a:pt x="406794" y="4447826"/>
                  </a:lnTo>
                  <a:lnTo>
                    <a:pt x="404414" y="4458151"/>
                  </a:lnTo>
                  <a:lnTo>
                    <a:pt x="402430" y="4469667"/>
                  </a:lnTo>
                  <a:lnTo>
                    <a:pt x="400446" y="4483169"/>
                  </a:lnTo>
                  <a:lnTo>
                    <a:pt x="398859" y="4498259"/>
                  </a:lnTo>
                  <a:lnTo>
                    <a:pt x="396875" y="4514937"/>
                  </a:lnTo>
                  <a:lnTo>
                    <a:pt x="395287" y="4533204"/>
                  </a:lnTo>
                  <a:lnTo>
                    <a:pt x="394097" y="4552265"/>
                  </a:lnTo>
                  <a:lnTo>
                    <a:pt x="393700" y="4572915"/>
                  </a:lnTo>
                  <a:lnTo>
                    <a:pt x="394097" y="4594359"/>
                  </a:lnTo>
                  <a:lnTo>
                    <a:pt x="394891" y="4616597"/>
                  </a:lnTo>
                  <a:lnTo>
                    <a:pt x="397271" y="4640026"/>
                  </a:lnTo>
                  <a:lnTo>
                    <a:pt x="400049" y="4664249"/>
                  </a:lnTo>
                  <a:lnTo>
                    <a:pt x="401636" y="4676162"/>
                  </a:lnTo>
                  <a:lnTo>
                    <a:pt x="403620" y="4688870"/>
                  </a:lnTo>
                  <a:lnTo>
                    <a:pt x="406398" y="4701180"/>
                  </a:lnTo>
                  <a:lnTo>
                    <a:pt x="409175" y="4713490"/>
                  </a:lnTo>
                  <a:lnTo>
                    <a:pt x="412350" y="4726198"/>
                  </a:lnTo>
                  <a:lnTo>
                    <a:pt x="415921" y="4738905"/>
                  </a:lnTo>
                  <a:lnTo>
                    <a:pt x="419492" y="4752010"/>
                  </a:lnTo>
                  <a:lnTo>
                    <a:pt x="423857" y="4764320"/>
                  </a:lnTo>
                  <a:lnTo>
                    <a:pt x="428221" y="4777425"/>
                  </a:lnTo>
                  <a:lnTo>
                    <a:pt x="433380" y="4790132"/>
                  </a:lnTo>
                  <a:lnTo>
                    <a:pt x="438538" y="4802839"/>
                  </a:lnTo>
                  <a:lnTo>
                    <a:pt x="444887" y="4815944"/>
                  </a:lnTo>
                  <a:lnTo>
                    <a:pt x="451235" y="4828254"/>
                  </a:lnTo>
                  <a:lnTo>
                    <a:pt x="457584" y="4841359"/>
                  </a:lnTo>
                  <a:lnTo>
                    <a:pt x="464726" y="4853669"/>
                  </a:lnTo>
                  <a:lnTo>
                    <a:pt x="472662" y="4866773"/>
                  </a:lnTo>
                  <a:lnTo>
                    <a:pt x="480995" y="4879084"/>
                  </a:lnTo>
                  <a:lnTo>
                    <a:pt x="489724" y="4891394"/>
                  </a:lnTo>
                  <a:lnTo>
                    <a:pt x="498850" y="4903704"/>
                  </a:lnTo>
                  <a:lnTo>
                    <a:pt x="508770" y="4915618"/>
                  </a:lnTo>
                  <a:lnTo>
                    <a:pt x="519087" y="4927531"/>
                  </a:lnTo>
                  <a:lnTo>
                    <a:pt x="530197" y="4939444"/>
                  </a:lnTo>
                  <a:lnTo>
                    <a:pt x="541704" y="4950960"/>
                  </a:lnTo>
                  <a:lnTo>
                    <a:pt x="553608" y="4962476"/>
                  </a:lnTo>
                  <a:lnTo>
                    <a:pt x="566702" y="4973992"/>
                  </a:lnTo>
                  <a:lnTo>
                    <a:pt x="579796" y="4984714"/>
                  </a:lnTo>
                  <a:lnTo>
                    <a:pt x="594081" y="4995436"/>
                  </a:lnTo>
                  <a:lnTo>
                    <a:pt x="609159" y="5005761"/>
                  </a:lnTo>
                  <a:lnTo>
                    <a:pt x="624237" y="5016085"/>
                  </a:lnTo>
                  <a:lnTo>
                    <a:pt x="640109" y="5026410"/>
                  </a:lnTo>
                  <a:lnTo>
                    <a:pt x="657171" y="5035941"/>
                  </a:lnTo>
                  <a:lnTo>
                    <a:pt x="674630" y="5045074"/>
                  </a:lnTo>
                  <a:lnTo>
                    <a:pt x="3954917" y="5045074"/>
                  </a:lnTo>
                  <a:lnTo>
                    <a:pt x="3972376" y="5035941"/>
                  </a:lnTo>
                  <a:lnTo>
                    <a:pt x="3989041" y="5026410"/>
                  </a:lnTo>
                  <a:lnTo>
                    <a:pt x="4005310" y="5016085"/>
                  </a:lnTo>
                  <a:lnTo>
                    <a:pt x="4020785" y="5005761"/>
                  </a:lnTo>
                  <a:lnTo>
                    <a:pt x="4035069" y="4995436"/>
                  </a:lnTo>
                  <a:lnTo>
                    <a:pt x="4049354" y="4984714"/>
                  </a:lnTo>
                  <a:lnTo>
                    <a:pt x="4062448" y="4973992"/>
                  </a:lnTo>
                  <a:lnTo>
                    <a:pt x="4075543" y="4962476"/>
                  </a:lnTo>
                  <a:lnTo>
                    <a:pt x="4087446" y="4950960"/>
                  </a:lnTo>
                  <a:lnTo>
                    <a:pt x="4098953" y="4939444"/>
                  </a:lnTo>
                  <a:lnTo>
                    <a:pt x="4110063" y="4927531"/>
                  </a:lnTo>
                  <a:lnTo>
                    <a:pt x="4120777" y="4915618"/>
                  </a:lnTo>
                  <a:lnTo>
                    <a:pt x="4130300" y="4903704"/>
                  </a:lnTo>
                  <a:lnTo>
                    <a:pt x="4139823" y="4891394"/>
                  </a:lnTo>
                  <a:lnTo>
                    <a:pt x="4148552" y="4879084"/>
                  </a:lnTo>
                  <a:lnTo>
                    <a:pt x="4156488" y="4866773"/>
                  </a:lnTo>
                  <a:lnTo>
                    <a:pt x="4164424" y="4853669"/>
                  </a:lnTo>
                  <a:lnTo>
                    <a:pt x="4171566" y="4841359"/>
                  </a:lnTo>
                  <a:lnTo>
                    <a:pt x="4178312" y="4828254"/>
                  </a:lnTo>
                  <a:lnTo>
                    <a:pt x="4184661" y="4815944"/>
                  </a:lnTo>
                  <a:lnTo>
                    <a:pt x="4190613" y="4802839"/>
                  </a:lnTo>
                  <a:lnTo>
                    <a:pt x="4195771" y="4790132"/>
                  </a:lnTo>
                  <a:lnTo>
                    <a:pt x="4200929" y="4777425"/>
                  </a:lnTo>
                  <a:lnTo>
                    <a:pt x="4205294" y="4764320"/>
                  </a:lnTo>
                  <a:lnTo>
                    <a:pt x="4209659" y="4752010"/>
                  </a:lnTo>
                  <a:lnTo>
                    <a:pt x="4213627" y="4738905"/>
                  </a:lnTo>
                  <a:lnTo>
                    <a:pt x="4217197" y="4726198"/>
                  </a:lnTo>
                  <a:lnTo>
                    <a:pt x="4219975" y="4713490"/>
                  </a:lnTo>
                  <a:lnTo>
                    <a:pt x="4222753" y="4701180"/>
                  </a:lnTo>
                  <a:lnTo>
                    <a:pt x="4225530" y="4688870"/>
                  </a:lnTo>
                  <a:lnTo>
                    <a:pt x="4227514" y="4676162"/>
                  </a:lnTo>
                  <a:lnTo>
                    <a:pt x="4229498" y="4664249"/>
                  </a:lnTo>
                  <a:lnTo>
                    <a:pt x="4232673" y="4640026"/>
                  </a:lnTo>
                  <a:lnTo>
                    <a:pt x="4234259" y="4616597"/>
                  </a:lnTo>
                  <a:lnTo>
                    <a:pt x="4235450" y="4594359"/>
                  </a:lnTo>
                  <a:lnTo>
                    <a:pt x="4235450" y="4572915"/>
                  </a:lnTo>
                  <a:lnTo>
                    <a:pt x="4235053" y="4552265"/>
                  </a:lnTo>
                  <a:lnTo>
                    <a:pt x="4234259" y="4533204"/>
                  </a:lnTo>
                  <a:lnTo>
                    <a:pt x="4232673" y="4514937"/>
                  </a:lnTo>
                  <a:lnTo>
                    <a:pt x="4230689" y="4498259"/>
                  </a:lnTo>
                  <a:lnTo>
                    <a:pt x="4228705" y="4483169"/>
                  </a:lnTo>
                  <a:lnTo>
                    <a:pt x="4226721" y="4469667"/>
                  </a:lnTo>
                  <a:lnTo>
                    <a:pt x="4224737" y="4458151"/>
                  </a:lnTo>
                  <a:lnTo>
                    <a:pt x="4222356" y="4447826"/>
                  </a:lnTo>
                  <a:lnTo>
                    <a:pt x="4219578" y="4434325"/>
                  </a:lnTo>
                  <a:lnTo>
                    <a:pt x="4218388" y="4429560"/>
                  </a:lnTo>
                  <a:lnTo>
                    <a:pt x="3282826" y="3000490"/>
                  </a:lnTo>
                  <a:lnTo>
                    <a:pt x="3282951" y="3001367"/>
                  </a:lnTo>
                  <a:lnTo>
                    <a:pt x="3282554" y="3003754"/>
                  </a:lnTo>
                  <a:lnTo>
                    <a:pt x="3281761" y="3006140"/>
                  </a:lnTo>
                  <a:lnTo>
                    <a:pt x="3280173" y="3008526"/>
                  </a:lnTo>
                  <a:lnTo>
                    <a:pt x="3278189" y="3010913"/>
                  </a:lnTo>
                  <a:lnTo>
                    <a:pt x="3275015" y="3013299"/>
                  </a:lnTo>
                  <a:lnTo>
                    <a:pt x="3271841" y="3015685"/>
                  </a:lnTo>
                  <a:lnTo>
                    <a:pt x="3267476" y="3017674"/>
                  </a:lnTo>
                  <a:lnTo>
                    <a:pt x="3263111" y="3020458"/>
                  </a:lnTo>
                  <a:lnTo>
                    <a:pt x="3252398" y="3024832"/>
                  </a:lnTo>
                  <a:lnTo>
                    <a:pt x="3239304" y="3029605"/>
                  </a:lnTo>
                  <a:lnTo>
                    <a:pt x="3223829" y="3033582"/>
                  </a:lnTo>
                  <a:lnTo>
                    <a:pt x="3206370" y="3037957"/>
                  </a:lnTo>
                  <a:lnTo>
                    <a:pt x="3186927" y="3041934"/>
                  </a:lnTo>
                  <a:lnTo>
                    <a:pt x="3165897" y="3046309"/>
                  </a:lnTo>
                  <a:lnTo>
                    <a:pt x="3142486" y="3050286"/>
                  </a:lnTo>
                  <a:lnTo>
                    <a:pt x="3117091" y="3054263"/>
                  </a:lnTo>
                  <a:lnTo>
                    <a:pt x="3090109" y="3057843"/>
                  </a:lnTo>
                  <a:lnTo>
                    <a:pt x="3061143" y="3061024"/>
                  </a:lnTo>
                  <a:lnTo>
                    <a:pt x="3030987" y="3065001"/>
                  </a:lnTo>
                  <a:lnTo>
                    <a:pt x="2998847" y="3068183"/>
                  </a:lnTo>
                  <a:lnTo>
                    <a:pt x="2964722" y="3070967"/>
                  </a:lnTo>
                  <a:lnTo>
                    <a:pt x="2929804" y="3074149"/>
                  </a:lnTo>
                  <a:lnTo>
                    <a:pt x="2892903" y="3076933"/>
                  </a:lnTo>
                  <a:lnTo>
                    <a:pt x="2855207" y="3079319"/>
                  </a:lnTo>
                  <a:lnTo>
                    <a:pt x="2815528" y="3082103"/>
                  </a:lnTo>
                  <a:lnTo>
                    <a:pt x="2775055" y="3084489"/>
                  </a:lnTo>
                  <a:lnTo>
                    <a:pt x="2690141" y="3088069"/>
                  </a:lnTo>
                  <a:lnTo>
                    <a:pt x="2600862" y="3091648"/>
                  </a:lnTo>
                  <a:lnTo>
                    <a:pt x="2507615" y="3093637"/>
                  </a:lnTo>
                  <a:lnTo>
                    <a:pt x="2411195" y="3095227"/>
                  </a:lnTo>
                  <a:lnTo>
                    <a:pt x="2312393" y="3095625"/>
                  </a:lnTo>
                  <a:lnTo>
                    <a:pt x="2213195" y="3095227"/>
                  </a:lnTo>
                  <a:lnTo>
                    <a:pt x="2116774" y="3093637"/>
                  </a:lnTo>
                  <a:lnTo>
                    <a:pt x="2023924" y="3091648"/>
                  </a:lnTo>
                  <a:lnTo>
                    <a:pt x="1934645" y="3088069"/>
                  </a:lnTo>
                  <a:lnTo>
                    <a:pt x="1849731" y="3084489"/>
                  </a:lnTo>
                  <a:lnTo>
                    <a:pt x="1808862" y="3082103"/>
                  </a:lnTo>
                  <a:lnTo>
                    <a:pt x="1769579" y="3079319"/>
                  </a:lnTo>
                  <a:lnTo>
                    <a:pt x="1731884" y="3076933"/>
                  </a:lnTo>
                  <a:lnTo>
                    <a:pt x="1694982" y="3074149"/>
                  </a:lnTo>
                  <a:lnTo>
                    <a:pt x="1659667" y="3070967"/>
                  </a:lnTo>
                  <a:lnTo>
                    <a:pt x="1626336" y="3068183"/>
                  </a:lnTo>
                  <a:lnTo>
                    <a:pt x="1593799" y="3065001"/>
                  </a:lnTo>
                  <a:lnTo>
                    <a:pt x="1563643" y="3061024"/>
                  </a:lnTo>
                  <a:lnTo>
                    <a:pt x="1534677" y="3057843"/>
                  </a:lnTo>
                  <a:lnTo>
                    <a:pt x="1507298" y="3054263"/>
                  </a:lnTo>
                  <a:lnTo>
                    <a:pt x="1482300" y="3050286"/>
                  </a:lnTo>
                  <a:lnTo>
                    <a:pt x="1458889" y="3046309"/>
                  </a:lnTo>
                  <a:lnTo>
                    <a:pt x="1437462" y="3041934"/>
                  </a:lnTo>
                  <a:lnTo>
                    <a:pt x="1418019" y="3037957"/>
                  </a:lnTo>
                  <a:lnTo>
                    <a:pt x="1400561" y="3033582"/>
                  </a:lnTo>
                  <a:lnTo>
                    <a:pt x="1385086" y="3029605"/>
                  </a:lnTo>
                  <a:lnTo>
                    <a:pt x="1372388" y="3024832"/>
                  </a:lnTo>
                  <a:lnTo>
                    <a:pt x="1361675" y="3020458"/>
                  </a:lnTo>
                  <a:lnTo>
                    <a:pt x="1356913" y="3017674"/>
                  </a:lnTo>
                  <a:lnTo>
                    <a:pt x="1352945" y="3015685"/>
                  </a:lnTo>
                  <a:lnTo>
                    <a:pt x="1349374" y="3013299"/>
                  </a:lnTo>
                  <a:lnTo>
                    <a:pt x="1346597" y="3010913"/>
                  </a:lnTo>
                  <a:lnTo>
                    <a:pt x="1344613" y="3008526"/>
                  </a:lnTo>
                  <a:lnTo>
                    <a:pt x="1343025" y="3006140"/>
                  </a:lnTo>
                  <a:lnTo>
                    <a:pt x="1341835" y="3003754"/>
                  </a:lnTo>
                  <a:lnTo>
                    <a:pt x="1341438" y="3001367"/>
                  </a:lnTo>
                  <a:lnTo>
                    <a:pt x="1341580" y="3000374"/>
                  </a:lnTo>
                  <a:lnTo>
                    <a:pt x="1341242" y="3000374"/>
                  </a:lnTo>
                  <a:close/>
                  <a:moveTo>
                    <a:pt x="1717823" y="0"/>
                  </a:moveTo>
                  <a:lnTo>
                    <a:pt x="2909343" y="0"/>
                  </a:lnTo>
                  <a:lnTo>
                    <a:pt x="2919266" y="3571"/>
                  </a:lnTo>
                  <a:lnTo>
                    <a:pt x="2927601" y="6745"/>
                  </a:lnTo>
                  <a:lnTo>
                    <a:pt x="2935937" y="11110"/>
                  </a:lnTo>
                  <a:lnTo>
                    <a:pt x="2946653" y="15872"/>
                  </a:lnTo>
                  <a:lnTo>
                    <a:pt x="2959354" y="22618"/>
                  </a:lnTo>
                  <a:lnTo>
                    <a:pt x="2972849" y="30951"/>
                  </a:lnTo>
                  <a:lnTo>
                    <a:pt x="2987931" y="40871"/>
                  </a:lnTo>
                  <a:lnTo>
                    <a:pt x="2995870" y="46427"/>
                  </a:lnTo>
                  <a:lnTo>
                    <a:pt x="3003808" y="52776"/>
                  </a:lnTo>
                  <a:lnTo>
                    <a:pt x="3011349" y="58728"/>
                  </a:lnTo>
                  <a:lnTo>
                    <a:pt x="3019684" y="65474"/>
                  </a:lnTo>
                  <a:lnTo>
                    <a:pt x="3027623" y="72616"/>
                  </a:lnTo>
                  <a:lnTo>
                    <a:pt x="3035957" y="80553"/>
                  </a:lnTo>
                  <a:lnTo>
                    <a:pt x="3043896" y="88489"/>
                  </a:lnTo>
                  <a:lnTo>
                    <a:pt x="3051834" y="97219"/>
                  </a:lnTo>
                  <a:lnTo>
                    <a:pt x="3059375" y="105949"/>
                  </a:lnTo>
                  <a:lnTo>
                    <a:pt x="3066917" y="115472"/>
                  </a:lnTo>
                  <a:lnTo>
                    <a:pt x="3074458" y="125393"/>
                  </a:lnTo>
                  <a:lnTo>
                    <a:pt x="3080808" y="135313"/>
                  </a:lnTo>
                  <a:lnTo>
                    <a:pt x="3087556" y="146027"/>
                  </a:lnTo>
                  <a:lnTo>
                    <a:pt x="3093509" y="157536"/>
                  </a:lnTo>
                  <a:lnTo>
                    <a:pt x="3099066" y="169439"/>
                  </a:lnTo>
                  <a:lnTo>
                    <a:pt x="3104226" y="181344"/>
                  </a:lnTo>
                  <a:lnTo>
                    <a:pt x="3108592" y="194439"/>
                  </a:lnTo>
                  <a:lnTo>
                    <a:pt x="3112958" y="207534"/>
                  </a:lnTo>
                  <a:lnTo>
                    <a:pt x="3115339" y="217058"/>
                  </a:lnTo>
                  <a:lnTo>
                    <a:pt x="3117324" y="226581"/>
                  </a:lnTo>
                  <a:lnTo>
                    <a:pt x="3119309" y="236502"/>
                  </a:lnTo>
                  <a:lnTo>
                    <a:pt x="3120499" y="246025"/>
                  </a:lnTo>
                  <a:lnTo>
                    <a:pt x="3121690" y="256342"/>
                  </a:lnTo>
                  <a:lnTo>
                    <a:pt x="3122087" y="266263"/>
                  </a:lnTo>
                  <a:lnTo>
                    <a:pt x="3122484" y="276184"/>
                  </a:lnTo>
                  <a:lnTo>
                    <a:pt x="3122484" y="286103"/>
                  </a:lnTo>
                  <a:lnTo>
                    <a:pt x="3121690" y="296024"/>
                  </a:lnTo>
                  <a:lnTo>
                    <a:pt x="3121293" y="306341"/>
                  </a:lnTo>
                  <a:lnTo>
                    <a:pt x="3120102" y="316659"/>
                  </a:lnTo>
                  <a:lnTo>
                    <a:pt x="3118515" y="326976"/>
                  </a:lnTo>
                  <a:lnTo>
                    <a:pt x="3116530" y="337690"/>
                  </a:lnTo>
                  <a:lnTo>
                    <a:pt x="3114149" y="348007"/>
                  </a:lnTo>
                  <a:lnTo>
                    <a:pt x="3111767" y="358325"/>
                  </a:lnTo>
                  <a:lnTo>
                    <a:pt x="3108592" y="369039"/>
                  </a:lnTo>
                  <a:lnTo>
                    <a:pt x="3105417" y="379356"/>
                  </a:lnTo>
                  <a:lnTo>
                    <a:pt x="3101845" y="390466"/>
                  </a:lnTo>
                  <a:lnTo>
                    <a:pt x="3097479" y="401180"/>
                  </a:lnTo>
                  <a:lnTo>
                    <a:pt x="3093509" y="411894"/>
                  </a:lnTo>
                  <a:lnTo>
                    <a:pt x="3088747" y="422609"/>
                  </a:lnTo>
                  <a:lnTo>
                    <a:pt x="3083587" y="434116"/>
                  </a:lnTo>
                  <a:lnTo>
                    <a:pt x="3078030" y="444830"/>
                  </a:lnTo>
                  <a:lnTo>
                    <a:pt x="3072076" y="455940"/>
                  </a:lnTo>
                  <a:lnTo>
                    <a:pt x="3066123" y="466655"/>
                  </a:lnTo>
                  <a:lnTo>
                    <a:pt x="3059772" y="477766"/>
                  </a:lnTo>
                  <a:lnTo>
                    <a:pt x="3052628" y="489274"/>
                  </a:lnTo>
                  <a:lnTo>
                    <a:pt x="3045483" y="500781"/>
                  </a:lnTo>
                  <a:lnTo>
                    <a:pt x="3037942" y="511891"/>
                  </a:lnTo>
                  <a:lnTo>
                    <a:pt x="3030401" y="523400"/>
                  </a:lnTo>
                  <a:lnTo>
                    <a:pt x="3022066" y="534908"/>
                  </a:lnTo>
                  <a:lnTo>
                    <a:pt x="3013334" y="546415"/>
                  </a:lnTo>
                  <a:lnTo>
                    <a:pt x="3013334" y="2104709"/>
                  </a:lnTo>
                  <a:lnTo>
                    <a:pt x="4604543" y="4495920"/>
                  </a:lnTo>
                  <a:lnTo>
                    <a:pt x="4606527" y="4504649"/>
                  </a:lnTo>
                  <a:lnTo>
                    <a:pt x="4608511" y="4511792"/>
                  </a:lnTo>
                  <a:lnTo>
                    <a:pt x="4612481" y="4530046"/>
                  </a:lnTo>
                  <a:lnTo>
                    <a:pt x="4614862" y="4542744"/>
                  </a:lnTo>
                  <a:lnTo>
                    <a:pt x="4617243" y="4558220"/>
                  </a:lnTo>
                  <a:lnTo>
                    <a:pt x="4619625" y="4575679"/>
                  </a:lnTo>
                  <a:lnTo>
                    <a:pt x="4622403" y="4595123"/>
                  </a:lnTo>
                  <a:lnTo>
                    <a:pt x="4624387" y="4616948"/>
                  </a:lnTo>
                  <a:lnTo>
                    <a:pt x="4625975" y="4639964"/>
                  </a:lnTo>
                  <a:lnTo>
                    <a:pt x="4627166" y="4664963"/>
                  </a:lnTo>
                  <a:lnTo>
                    <a:pt x="4627563" y="4691153"/>
                  </a:lnTo>
                  <a:lnTo>
                    <a:pt x="4627166" y="4718533"/>
                  </a:lnTo>
                  <a:lnTo>
                    <a:pt x="4626373" y="4733215"/>
                  </a:lnTo>
                  <a:lnTo>
                    <a:pt x="4625579" y="4747501"/>
                  </a:lnTo>
                  <a:lnTo>
                    <a:pt x="4624387" y="4762183"/>
                  </a:lnTo>
                  <a:lnTo>
                    <a:pt x="4623197" y="4777262"/>
                  </a:lnTo>
                  <a:lnTo>
                    <a:pt x="4621213" y="4792341"/>
                  </a:lnTo>
                  <a:lnTo>
                    <a:pt x="4618831" y="4807817"/>
                  </a:lnTo>
                  <a:lnTo>
                    <a:pt x="4616449" y="4823689"/>
                  </a:lnTo>
                  <a:lnTo>
                    <a:pt x="4614068" y="4839562"/>
                  </a:lnTo>
                  <a:lnTo>
                    <a:pt x="4610496" y="4855038"/>
                  </a:lnTo>
                  <a:lnTo>
                    <a:pt x="4606923" y="4870910"/>
                  </a:lnTo>
                  <a:lnTo>
                    <a:pt x="4602557" y="4887180"/>
                  </a:lnTo>
                  <a:lnTo>
                    <a:pt x="4598191" y="4903449"/>
                  </a:lnTo>
                  <a:lnTo>
                    <a:pt x="4593032" y="4919719"/>
                  </a:lnTo>
                  <a:lnTo>
                    <a:pt x="4587872" y="4935988"/>
                  </a:lnTo>
                  <a:lnTo>
                    <a:pt x="4581919" y="4952257"/>
                  </a:lnTo>
                  <a:lnTo>
                    <a:pt x="4575171" y="4968527"/>
                  </a:lnTo>
                  <a:lnTo>
                    <a:pt x="4568821" y="4985193"/>
                  </a:lnTo>
                  <a:lnTo>
                    <a:pt x="4560883" y="5001463"/>
                  </a:lnTo>
                  <a:lnTo>
                    <a:pt x="4552944" y="5017732"/>
                  </a:lnTo>
                  <a:lnTo>
                    <a:pt x="4544212" y="5033605"/>
                  </a:lnTo>
                  <a:lnTo>
                    <a:pt x="4535083" y="5049874"/>
                  </a:lnTo>
                  <a:lnTo>
                    <a:pt x="4525161" y="5066144"/>
                  </a:lnTo>
                  <a:lnTo>
                    <a:pt x="4514047" y="5082016"/>
                  </a:lnTo>
                  <a:lnTo>
                    <a:pt x="4503331" y="5097889"/>
                  </a:lnTo>
                  <a:lnTo>
                    <a:pt x="4491423" y="5112968"/>
                  </a:lnTo>
                  <a:lnTo>
                    <a:pt x="4478722" y="5128444"/>
                  </a:lnTo>
                  <a:lnTo>
                    <a:pt x="4465624" y="5143919"/>
                  </a:lnTo>
                  <a:lnTo>
                    <a:pt x="4451335" y="5158998"/>
                  </a:lnTo>
                  <a:lnTo>
                    <a:pt x="4437047" y="5173681"/>
                  </a:lnTo>
                  <a:lnTo>
                    <a:pt x="4421171" y="5188363"/>
                  </a:lnTo>
                  <a:lnTo>
                    <a:pt x="4404897" y="5202251"/>
                  </a:lnTo>
                  <a:lnTo>
                    <a:pt x="4387830" y="5216537"/>
                  </a:lnTo>
                  <a:lnTo>
                    <a:pt x="4369969" y="5230028"/>
                  </a:lnTo>
                  <a:lnTo>
                    <a:pt x="4351315" y="5243520"/>
                  </a:lnTo>
                  <a:lnTo>
                    <a:pt x="4331865" y="5256615"/>
                  </a:lnTo>
                  <a:lnTo>
                    <a:pt x="4311227" y="5268916"/>
                  </a:lnTo>
                  <a:lnTo>
                    <a:pt x="4290191" y="5281218"/>
                  </a:lnTo>
                  <a:lnTo>
                    <a:pt x="4267963" y="5293122"/>
                  </a:lnTo>
                  <a:lnTo>
                    <a:pt x="4255659" y="5299074"/>
                  </a:lnTo>
                  <a:lnTo>
                    <a:pt x="371507" y="5299074"/>
                  </a:lnTo>
                  <a:lnTo>
                    <a:pt x="359600" y="5293122"/>
                  </a:lnTo>
                  <a:lnTo>
                    <a:pt x="337373" y="5281218"/>
                  </a:lnTo>
                  <a:lnTo>
                    <a:pt x="315940" y="5268916"/>
                  </a:lnTo>
                  <a:lnTo>
                    <a:pt x="295301" y="5256615"/>
                  </a:lnTo>
                  <a:lnTo>
                    <a:pt x="275852" y="5243520"/>
                  </a:lnTo>
                  <a:lnTo>
                    <a:pt x="257197" y="5230028"/>
                  </a:lnTo>
                  <a:lnTo>
                    <a:pt x="239336" y="5216537"/>
                  </a:lnTo>
                  <a:lnTo>
                    <a:pt x="222269" y="5202251"/>
                  </a:lnTo>
                  <a:lnTo>
                    <a:pt x="205996" y="5188363"/>
                  </a:lnTo>
                  <a:lnTo>
                    <a:pt x="190517" y="5173681"/>
                  </a:lnTo>
                  <a:lnTo>
                    <a:pt x="175831" y="5158998"/>
                  </a:lnTo>
                  <a:lnTo>
                    <a:pt x="161939" y="5143919"/>
                  </a:lnTo>
                  <a:lnTo>
                    <a:pt x="148841" y="5128444"/>
                  </a:lnTo>
                  <a:lnTo>
                    <a:pt x="135743" y="5112968"/>
                  </a:lnTo>
                  <a:lnTo>
                    <a:pt x="124233" y="5097889"/>
                  </a:lnTo>
                  <a:lnTo>
                    <a:pt x="113119" y="5082016"/>
                  </a:lnTo>
                  <a:lnTo>
                    <a:pt x="102403" y="5066144"/>
                  </a:lnTo>
                  <a:lnTo>
                    <a:pt x="92480" y="5049874"/>
                  </a:lnTo>
                  <a:lnTo>
                    <a:pt x="82954" y="5033605"/>
                  </a:lnTo>
                  <a:lnTo>
                    <a:pt x="74222" y="5017732"/>
                  </a:lnTo>
                  <a:lnTo>
                    <a:pt x="66284" y="5001463"/>
                  </a:lnTo>
                  <a:lnTo>
                    <a:pt x="59140" y="4985193"/>
                  </a:lnTo>
                  <a:lnTo>
                    <a:pt x="51995" y="4968527"/>
                  </a:lnTo>
                  <a:lnTo>
                    <a:pt x="45248" y="4952257"/>
                  </a:lnTo>
                  <a:lnTo>
                    <a:pt x="39294" y="4935988"/>
                  </a:lnTo>
                  <a:lnTo>
                    <a:pt x="34134" y="4919719"/>
                  </a:lnTo>
                  <a:lnTo>
                    <a:pt x="28975" y="4903449"/>
                  </a:lnTo>
                  <a:lnTo>
                    <a:pt x="24609" y="4887180"/>
                  </a:lnTo>
                  <a:lnTo>
                    <a:pt x="20243" y="4870910"/>
                  </a:lnTo>
                  <a:lnTo>
                    <a:pt x="17067" y="4855038"/>
                  </a:lnTo>
                  <a:lnTo>
                    <a:pt x="13495" y="4839562"/>
                  </a:lnTo>
                  <a:lnTo>
                    <a:pt x="10717" y="4823689"/>
                  </a:lnTo>
                  <a:lnTo>
                    <a:pt x="8335" y="4807817"/>
                  </a:lnTo>
                  <a:lnTo>
                    <a:pt x="6351" y="4792341"/>
                  </a:lnTo>
                  <a:lnTo>
                    <a:pt x="4366" y="4777262"/>
                  </a:lnTo>
                  <a:lnTo>
                    <a:pt x="2779" y="4762183"/>
                  </a:lnTo>
                  <a:lnTo>
                    <a:pt x="1588" y="4747501"/>
                  </a:lnTo>
                  <a:lnTo>
                    <a:pt x="794" y="4733215"/>
                  </a:lnTo>
                  <a:lnTo>
                    <a:pt x="397" y="4718533"/>
                  </a:lnTo>
                  <a:lnTo>
                    <a:pt x="0" y="4691153"/>
                  </a:lnTo>
                  <a:lnTo>
                    <a:pt x="397" y="4664963"/>
                  </a:lnTo>
                  <a:lnTo>
                    <a:pt x="1191" y="4639964"/>
                  </a:lnTo>
                  <a:lnTo>
                    <a:pt x="2779" y="4616948"/>
                  </a:lnTo>
                  <a:lnTo>
                    <a:pt x="4763" y="4595123"/>
                  </a:lnTo>
                  <a:lnTo>
                    <a:pt x="7542" y="4575679"/>
                  </a:lnTo>
                  <a:lnTo>
                    <a:pt x="9923" y="4558220"/>
                  </a:lnTo>
                  <a:lnTo>
                    <a:pt x="12304" y="4542744"/>
                  </a:lnTo>
                  <a:lnTo>
                    <a:pt x="15083" y="4530046"/>
                  </a:lnTo>
                  <a:lnTo>
                    <a:pt x="19052" y="4511792"/>
                  </a:lnTo>
                  <a:lnTo>
                    <a:pt x="20640" y="4504649"/>
                  </a:lnTo>
                  <a:lnTo>
                    <a:pt x="23418" y="4495920"/>
                  </a:lnTo>
                  <a:lnTo>
                    <a:pt x="1614229" y="2104709"/>
                  </a:lnTo>
                  <a:lnTo>
                    <a:pt x="1614229" y="546415"/>
                  </a:lnTo>
                  <a:lnTo>
                    <a:pt x="1605497" y="534908"/>
                  </a:lnTo>
                  <a:lnTo>
                    <a:pt x="1597559" y="523400"/>
                  </a:lnTo>
                  <a:lnTo>
                    <a:pt x="1589621" y="511891"/>
                  </a:lnTo>
                  <a:lnTo>
                    <a:pt x="1582080" y="500781"/>
                  </a:lnTo>
                  <a:lnTo>
                    <a:pt x="1574539" y="489274"/>
                  </a:lnTo>
                  <a:lnTo>
                    <a:pt x="1567791" y="477766"/>
                  </a:lnTo>
                  <a:lnTo>
                    <a:pt x="1561044" y="466655"/>
                  </a:lnTo>
                  <a:lnTo>
                    <a:pt x="1555090" y="455940"/>
                  </a:lnTo>
                  <a:lnTo>
                    <a:pt x="1549136" y="444830"/>
                  </a:lnTo>
                  <a:lnTo>
                    <a:pt x="1543580" y="434116"/>
                  </a:lnTo>
                  <a:lnTo>
                    <a:pt x="1538817" y="422609"/>
                  </a:lnTo>
                  <a:lnTo>
                    <a:pt x="1534054" y="411894"/>
                  </a:lnTo>
                  <a:lnTo>
                    <a:pt x="1529688" y="401180"/>
                  </a:lnTo>
                  <a:lnTo>
                    <a:pt x="1525322" y="390466"/>
                  </a:lnTo>
                  <a:lnTo>
                    <a:pt x="1522147" y="379356"/>
                  </a:lnTo>
                  <a:lnTo>
                    <a:pt x="1518971" y="369039"/>
                  </a:lnTo>
                  <a:lnTo>
                    <a:pt x="1515796" y="358325"/>
                  </a:lnTo>
                  <a:lnTo>
                    <a:pt x="1513018" y="348007"/>
                  </a:lnTo>
                  <a:lnTo>
                    <a:pt x="1511033" y="337690"/>
                  </a:lnTo>
                  <a:lnTo>
                    <a:pt x="1509049" y="326976"/>
                  </a:lnTo>
                  <a:lnTo>
                    <a:pt x="1507461" y="316659"/>
                  </a:lnTo>
                  <a:lnTo>
                    <a:pt x="1506270" y="306341"/>
                  </a:lnTo>
                  <a:lnTo>
                    <a:pt x="1505476" y="296024"/>
                  </a:lnTo>
                  <a:lnTo>
                    <a:pt x="1505079" y="286103"/>
                  </a:lnTo>
                  <a:lnTo>
                    <a:pt x="1505079" y="276184"/>
                  </a:lnTo>
                  <a:lnTo>
                    <a:pt x="1505079" y="266263"/>
                  </a:lnTo>
                  <a:lnTo>
                    <a:pt x="1505873" y="256342"/>
                  </a:lnTo>
                  <a:lnTo>
                    <a:pt x="1506667" y="246025"/>
                  </a:lnTo>
                  <a:lnTo>
                    <a:pt x="1508255" y="236502"/>
                  </a:lnTo>
                  <a:lnTo>
                    <a:pt x="1510239" y="226581"/>
                  </a:lnTo>
                  <a:lnTo>
                    <a:pt x="1512224" y="217058"/>
                  </a:lnTo>
                  <a:lnTo>
                    <a:pt x="1514208" y="207534"/>
                  </a:lnTo>
                  <a:lnTo>
                    <a:pt x="1518574" y="194439"/>
                  </a:lnTo>
                  <a:lnTo>
                    <a:pt x="1522940" y="181344"/>
                  </a:lnTo>
                  <a:lnTo>
                    <a:pt x="1528497" y="169439"/>
                  </a:lnTo>
                  <a:lnTo>
                    <a:pt x="1533657" y="157536"/>
                  </a:lnTo>
                  <a:lnTo>
                    <a:pt x="1540007" y="146027"/>
                  </a:lnTo>
                  <a:lnTo>
                    <a:pt x="1546358" y="135313"/>
                  </a:lnTo>
                  <a:lnTo>
                    <a:pt x="1553502" y="125393"/>
                  </a:lnTo>
                  <a:lnTo>
                    <a:pt x="1560250" y="115472"/>
                  </a:lnTo>
                  <a:lnTo>
                    <a:pt x="1567791" y="105949"/>
                  </a:lnTo>
                  <a:lnTo>
                    <a:pt x="1575729" y="97219"/>
                  </a:lnTo>
                  <a:lnTo>
                    <a:pt x="1583271" y="88489"/>
                  </a:lnTo>
                  <a:lnTo>
                    <a:pt x="1591606" y="80553"/>
                  </a:lnTo>
                  <a:lnTo>
                    <a:pt x="1599544" y="72616"/>
                  </a:lnTo>
                  <a:lnTo>
                    <a:pt x="1607879" y="65474"/>
                  </a:lnTo>
                  <a:lnTo>
                    <a:pt x="1615817" y="58728"/>
                  </a:lnTo>
                  <a:lnTo>
                    <a:pt x="1623358" y="52776"/>
                  </a:lnTo>
                  <a:lnTo>
                    <a:pt x="1631693" y="46427"/>
                  </a:lnTo>
                  <a:lnTo>
                    <a:pt x="1639235" y="40871"/>
                  </a:lnTo>
                  <a:lnTo>
                    <a:pt x="1654317" y="30951"/>
                  </a:lnTo>
                  <a:lnTo>
                    <a:pt x="1668606" y="22618"/>
                  </a:lnTo>
                  <a:lnTo>
                    <a:pt x="1680910" y="15872"/>
                  </a:lnTo>
                  <a:lnTo>
                    <a:pt x="1691230" y="11110"/>
                  </a:lnTo>
                  <a:lnTo>
                    <a:pt x="1699565" y="6745"/>
                  </a:lnTo>
                  <a:lnTo>
                    <a:pt x="1708297" y="3571"/>
                  </a:lnTo>
                  <a:lnTo>
                    <a:pt x="171782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p>
              <a:pPr algn="ctr"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538470" y="2763520"/>
            <a:ext cx="28930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>
                <a:latin typeface="Calibri" panose="020F0502020204030204" pitchFamily="34" charset="0"/>
                <a:sym typeface="+mn-ea"/>
              </a:rPr>
              <a:t> </a:t>
            </a:r>
            <a:r>
              <a:rPr lang="en-US" altLang="zh-CN" sz="4000" dirty="0" smtClean="0">
                <a:latin typeface="Calibri" panose="020F0502020204030204" pitchFamily="34" charset="0"/>
                <a:sym typeface="+mn-ea"/>
              </a:rPr>
              <a:t>OUTPUT:AC</a:t>
            </a:r>
            <a:r>
              <a:rPr lang="en-US" altLang="zh-CN" sz="4000" dirty="0" smtClean="0">
                <a:latin typeface="Calibri" panose="020F0502020204030204" pitchFamily="34" charset="0"/>
                <a:sym typeface="+mn-ea"/>
              </a:rPr>
              <a:t>   </a:t>
            </a:r>
            <a:endParaRPr lang="en-US" altLang="zh-CN" sz="4000" dirty="0" smtClean="0">
              <a:latin typeface="Calibri" panose="020F0502020204030204" pitchFamily="34" charset="0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641985" y="3904615"/>
            <a:ext cx="2416175" cy="698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6" idx="3"/>
          </p:cNvCxnSpPr>
          <p:nvPr/>
        </p:nvCxnSpPr>
        <p:spPr>
          <a:xfrm flipV="1">
            <a:off x="5402580" y="3850640"/>
            <a:ext cx="2254250" cy="571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058160" y="3260090"/>
            <a:ext cx="2344420" cy="11925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03550" y="3604895"/>
            <a:ext cx="23380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Three-phase Half-bridge Inverter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330" y="1236345"/>
            <a:ext cx="5912485" cy="100901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the circuit diagram of three-phase half bridge inverter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" y="2311400"/>
            <a:ext cx="8688070" cy="4063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070" y="1166495"/>
            <a:ext cx="7050405" cy="32975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3015" y="4678680"/>
            <a:ext cx="660781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3200"/>
              </a:lnSpc>
              <a:buClrTx/>
              <a:buSzTx/>
              <a:buNone/>
            </a:pPr>
            <a:r>
              <a:rPr lang="en-US" altLang="zh-CN" sz="2400" dirty="0" smtClean="0">
                <a:latin typeface="Calibri" panose="020F0502020204030204" pitchFamily="34" charset="0"/>
              </a:rPr>
              <a:t>        In this example, </a:t>
            </a:r>
            <a:r>
              <a:rPr lang="en-US" altLang="zh-CN" sz="2400" b="1" i="1" dirty="0" smtClean="0">
                <a:latin typeface="Calibri" panose="020F0502020204030204" pitchFamily="34" charset="0"/>
              </a:rPr>
              <a:t>HCPL-316J</a:t>
            </a:r>
            <a:r>
              <a:rPr lang="en-US" altLang="zh-CN" sz="2400" dirty="0" smtClean="0">
                <a:latin typeface="Calibri" panose="020F0502020204030204" pitchFamily="34" charset="0"/>
              </a:rPr>
              <a:t> chip is the driving circuit of IGBT, and </a:t>
            </a:r>
            <a:r>
              <a:rPr lang="en-US" altLang="zh-CN" sz="2400" b="1" i="1" dirty="0" smtClean="0">
                <a:latin typeface="Calibri" panose="020F0502020204030204" pitchFamily="34" charset="0"/>
              </a:rPr>
              <a:t>TMS320F2812</a:t>
            </a:r>
            <a:r>
              <a:rPr lang="en-US" altLang="zh-CN" sz="2400" dirty="0" smtClean="0">
                <a:latin typeface="Calibri" panose="020F0502020204030204" pitchFamily="34" charset="0"/>
              </a:rPr>
              <a:t> is the control circuit.</a:t>
            </a:r>
            <a:endParaRPr lang="en-US" altLang="zh-CN" sz="2400" dirty="0" smtClean="0">
              <a:latin typeface="Calibri" panose="020F050202020403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232660" y="3790315"/>
            <a:ext cx="4200525" cy="74104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389630" y="1663065"/>
            <a:ext cx="711200" cy="40957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330" y="1236345"/>
            <a:ext cx="4634865" cy="64960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Infineon FP50R12KT4 IGBT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0" y="2470785"/>
            <a:ext cx="5140960" cy="310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54330" y="203200"/>
            <a:ext cx="8020685" cy="675640"/>
            <a:chOff x="533603" y="473621"/>
            <a:chExt cx="6130279" cy="405245"/>
          </a:xfrm>
        </p:grpSpPr>
        <p:grpSp>
          <p:nvGrpSpPr>
            <p:cNvPr id="11" name="组合 10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12" name="圆角矩形 11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13" name="圆角矩形 12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圆角矩形 13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15" name="直接连接符 14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941375" y="272323"/>
            <a:ext cx="74707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</a:t>
            </a:r>
            <a:r>
              <a:rPr lang="en-US" altLang="zh-CN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Three-phase Half-bridge Inverter</a:t>
            </a:r>
            <a:endParaRPr lang="zh-CN" altLang="en-US" sz="28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4330" y="1236345"/>
            <a:ext cx="4520565" cy="649605"/>
          </a:xfrm>
          <a:prstGeom prst="rect">
            <a:avLst/>
          </a:prstGeom>
          <a:solidFill>
            <a:srgbClr val="D54A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>
                <a:latin typeface="Times New Roman" panose="02020603050405020304" charset="0"/>
                <a:cs typeface="Times New Roman" panose="02020603050405020304" charset="0"/>
              </a:rPr>
              <a:t>Infineon FP50R12KT4 IGBT</a:t>
            </a:r>
            <a:endParaRPr lang="en-US" altLang="zh-CN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4330" y="3259455"/>
            <a:ext cx="45821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dirty="0" smtClean="0">
                <a:latin typeface="Calibri" panose="020F0502020204030204" pitchFamily="34" charset="0"/>
              </a:rPr>
              <a:t>        The specific parameters of FP50R12KT4 IGBT are as follows:</a:t>
            </a:r>
            <a:endParaRPr lang="en-US" altLang="zh-CN" sz="2400" dirty="0" smtClean="0">
              <a:latin typeface="Calibri" panose="020F0502020204030204" pitchFamily="3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157470" y="1191260"/>
          <a:ext cx="3457575" cy="5270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4080"/>
                <a:gridCol w="1551940"/>
                <a:gridCol w="1011555"/>
              </a:tblGrid>
              <a:tr h="35560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Technical parameters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Calibri" panose="020F0502020204030204" pitchFamily="34" charset="0"/>
                        </a:rPr>
                        <a:t>Rated power</a:t>
                      </a:r>
                      <a:endParaRPr lang="en-US" altLang="en-US" sz="1200" b="0">
                        <a:latin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280W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48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Dissipation power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280W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48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Working temperature(MAX)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150℃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48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Working temperature(MIN)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-40℃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48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Dissipation power(MAX)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280000mW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Encapsulation parameters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Installation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Screw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Pin number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23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12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Encapsulation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AG-ECONO2-4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Shape parameter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Length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107.5mm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6070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Width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45mm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Height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17mm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1485">
                <a:tc vMerge="1"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Encapsulation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AG-ECONO2-4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5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黑体" panose="02010609060101010101" charset="-122"/>
                        </a:rPr>
                        <a:t>Physical parameters</a:t>
                      </a:r>
                      <a:endParaRPr lang="en-US" altLang="en-US" sz="1200" b="0">
                        <a:latin typeface="+mn-ea"/>
                        <a:cs typeface="黑体" panose="02010609060101010101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Calibri" panose="020F0502020204030204" pitchFamily="34" charset="0"/>
                        </a:rPr>
                        <a:t>Working temperature</a:t>
                      </a:r>
                      <a:endParaRPr lang="en-US" altLang="en-US" sz="1200" b="0">
                        <a:latin typeface="+mn-ea"/>
                        <a:cs typeface="Calibri" panose="020F0502020204030204" pitchFamily="3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latin typeface="+mn-ea"/>
                          <a:cs typeface="宋体" panose="02010600030101010101" pitchFamily="2" charset="-122"/>
                        </a:rPr>
                        <a:t>-40℃~150℃</a:t>
                      </a:r>
                      <a:endParaRPr lang="en-US" altLang="en-US" sz="1200" b="0">
                        <a:latin typeface="+mn-ea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65381"/>
            <a:ext cx="9144000" cy="102841"/>
          </a:xfrm>
          <a:prstGeom prst="rect">
            <a:avLst/>
          </a:prstGeom>
          <a:gradFill>
            <a:gsLst>
              <a:gs pos="0">
                <a:srgbClr val="E30613"/>
              </a:gs>
              <a:gs pos="100000">
                <a:srgbClr val="81040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3901506" y="3838139"/>
            <a:ext cx="3856500" cy="1208703"/>
            <a:chOff x="322748" y="3665374"/>
            <a:chExt cx="5680529" cy="1027864"/>
          </a:xfrm>
        </p:grpSpPr>
        <p:sp>
          <p:nvSpPr>
            <p:cNvPr id="108" name="圆角矩形 107"/>
            <p:cNvSpPr/>
            <p:nvPr/>
          </p:nvSpPr>
          <p:spPr>
            <a:xfrm>
              <a:off x="322748" y="3665374"/>
              <a:ext cx="5680529" cy="102786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5400000" scaled="0"/>
            </a:gradFill>
            <a:ln>
              <a:noFill/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圆角矩形 108"/>
            <p:cNvSpPr/>
            <p:nvPr/>
          </p:nvSpPr>
          <p:spPr>
            <a:xfrm>
              <a:off x="516699" y="3785998"/>
              <a:ext cx="5277329" cy="78422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/>
                </a:gs>
                <a:gs pos="100000">
                  <a:srgbClr val="D1D1D1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4032885" y="4149074"/>
            <a:ext cx="35528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LTspice simulation</a:t>
            </a:r>
            <a:endParaRPr lang="en-US" altLang="zh-CN" sz="2800" b="1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963"/>
            <a:ext cx="9144000" cy="1828800"/>
          </a:xfrm>
          <a:prstGeom prst="rect">
            <a:avLst/>
          </a:prstGeom>
        </p:spPr>
      </p:pic>
      <p:grpSp>
        <p:nvGrpSpPr>
          <p:cNvPr id="16" name="组合 15"/>
          <p:cNvGrpSpPr>
            <a:grpSpLocks noChangeAspect="1"/>
          </p:cNvGrpSpPr>
          <p:nvPr/>
        </p:nvGrpSpPr>
        <p:grpSpPr>
          <a:xfrm>
            <a:off x="708753" y="2932759"/>
            <a:ext cx="2484000" cy="2484000"/>
            <a:chOff x="836778" y="1675054"/>
            <a:chExt cx="2004782" cy="2673043"/>
          </a:xfrm>
        </p:grpSpPr>
        <p:sp>
          <p:nvSpPr>
            <p:cNvPr id="17" name="椭圆 16"/>
            <p:cNvSpPr/>
            <p:nvPr/>
          </p:nvSpPr>
          <p:spPr>
            <a:xfrm>
              <a:off x="836778" y="1675054"/>
              <a:ext cx="2004782" cy="2673043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1034165" y="1914547"/>
              <a:ext cx="1631179" cy="2174905"/>
              <a:chOff x="3739822" y="2440887"/>
              <a:chExt cx="1970936" cy="1970936"/>
            </a:xfrm>
          </p:grpSpPr>
          <p:sp>
            <p:nvSpPr>
              <p:cNvPr id="19" name="圆角矩形 18"/>
              <p:cNvSpPr/>
              <p:nvPr/>
            </p:nvSpPr>
            <p:spPr>
              <a:xfrm>
                <a:off x="3739822" y="2440887"/>
                <a:ext cx="1970936" cy="197093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20" name="椭圆 19"/>
              <p:cNvSpPr>
                <a:spLocks noChangeAspect="1"/>
              </p:cNvSpPr>
              <p:nvPr/>
            </p:nvSpPr>
            <p:spPr>
              <a:xfrm>
                <a:off x="3837054" y="2549460"/>
                <a:ext cx="1776466" cy="1776466"/>
              </a:xfrm>
              <a:prstGeom prst="ellipse">
                <a:avLst/>
              </a:prstGeom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zh-CN" altLang="en-US" sz="8000" dirty="0">
                  <a:latin typeface="Arial Black" panose="020B0A04020102020204" pitchFamily="34" charset="0"/>
                </a:endParaRPr>
              </a:p>
            </p:txBody>
          </p:sp>
        </p:grpSp>
      </p:grpSp>
      <p:sp>
        <p:nvSpPr>
          <p:cNvPr id="3" name="矩形 2"/>
          <p:cNvSpPr/>
          <p:nvPr/>
        </p:nvSpPr>
        <p:spPr>
          <a:xfrm>
            <a:off x="1194880" y="3548892"/>
            <a:ext cx="1537970" cy="13220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8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  <a:endParaRPr lang="zh-CN" altLang="en-US" sz="8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22" name="Picture 2" descr="E:\Hou\信息化建设\web\校徽相关\xjtu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63" t="-1001" r="53439" b="77637"/>
          <a:stretch>
            <a:fillRect/>
          </a:stretch>
        </p:blipFill>
        <p:spPr bwMode="auto">
          <a:xfrm>
            <a:off x="199951" y="237148"/>
            <a:ext cx="2674751" cy="74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8509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/>
              <a:t>1.Output characteristics ( </a:t>
            </a:r>
            <a:r>
              <a:rPr lang="en-US" altLang="zh-CN" sz="2800" b="1"/>
              <a:t>                </a:t>
            </a:r>
            <a:r>
              <a:rPr lang="zh-CN" altLang="en-US" sz="2800" b="1"/>
              <a:t>under different</a:t>
            </a:r>
            <a:r>
              <a:rPr lang="en-US" altLang="zh-CN" sz="2800" b="1"/>
              <a:t>   </a:t>
            </a:r>
            <a:r>
              <a:rPr lang="zh-CN" altLang="en-US" sz="2800" b="1"/>
              <a:t> </a:t>
            </a:r>
            <a:r>
              <a:rPr lang="en-US" altLang="zh-CN" sz="2800" b="1"/>
              <a:t> </a:t>
            </a:r>
            <a:r>
              <a:rPr lang="zh-CN" altLang="en-US" sz="2800" b="1"/>
              <a:t>)      </a:t>
            </a:r>
            <a:endParaRPr lang="zh-CN" altLang="en-US" sz="2800" b="1"/>
          </a:p>
        </p:txBody>
      </p:sp>
      <p:pic>
        <p:nvPicPr>
          <p:cNvPr id="22" name="图片 2"/>
          <p:cNvPicPr>
            <a:picLocks noChangeAspect="1"/>
          </p:cNvPicPr>
          <p:nvPr/>
        </p:nvPicPr>
        <p:blipFill>
          <a:blip r:embed="rId2"/>
          <a:srcRect t="49303" r="1575"/>
          <a:stretch>
            <a:fillRect/>
          </a:stretch>
        </p:blipFill>
        <p:spPr>
          <a:xfrm>
            <a:off x="354330" y="1649095"/>
            <a:ext cx="4999355" cy="255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图片 2"/>
          <p:cNvPicPr>
            <a:picLocks noChangeAspect="1"/>
          </p:cNvPicPr>
          <p:nvPr/>
        </p:nvPicPr>
        <p:blipFill>
          <a:blip r:embed="rId2"/>
          <a:srcRect b="50040"/>
          <a:stretch>
            <a:fillRect/>
          </a:stretch>
        </p:blipFill>
        <p:spPr>
          <a:xfrm>
            <a:off x="3803333" y="4208463"/>
            <a:ext cx="5079365" cy="252285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5608320" y="1974215"/>
            <a:ext cx="34220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    </a:t>
            </a:r>
            <a:r>
              <a:rPr lang="zh-CN" altLang="en-US" sz="2400"/>
              <a:t>With the increase of parameter</a:t>
            </a:r>
            <a:r>
              <a:rPr lang="en-US" altLang="zh-CN" sz="2400"/>
              <a:t>         </a:t>
            </a:r>
            <a:r>
              <a:rPr lang="zh-CN" altLang="en-US" sz="2400"/>
              <a:t>, the slope of the image coordinates increases larger and higher saturation values.</a:t>
            </a:r>
            <a:endParaRPr lang="zh-CN" altLang="en-US" sz="2400"/>
          </a:p>
        </p:txBody>
      </p:sp>
      <p:sp>
        <p:nvSpPr>
          <p:cNvPr id="17" name="文本框 16"/>
          <p:cNvSpPr txBox="1"/>
          <p:nvPr/>
        </p:nvSpPr>
        <p:spPr>
          <a:xfrm>
            <a:off x="354330" y="4787900"/>
            <a:ext cx="33077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 </a:t>
            </a:r>
            <a:r>
              <a:rPr lang="en-US" altLang="zh-CN" sz="2400">
                <a:sym typeface="+mn-ea"/>
              </a:rPr>
              <a:t>   </a:t>
            </a:r>
            <a:r>
              <a:rPr lang="zh-CN" altLang="en-US" sz="2400">
                <a:sym typeface="+mn-ea"/>
              </a:rPr>
              <a:t>This is determined by the internal structure of the MOSFET.</a:t>
            </a:r>
            <a:endParaRPr lang="zh-CN" altLang="en-US" sz="2400"/>
          </a:p>
          <a:p>
            <a:endParaRPr lang="zh-CN" altLang="en-US" sz="2400"/>
          </a:p>
        </p:txBody>
      </p:sp>
      <p:graphicFrame>
        <p:nvGraphicFramePr>
          <p:cNvPr id="8" name="对象 -2147482624"/>
          <p:cNvGraphicFramePr>
            <a:graphicFrameLocks noChangeAspect="1"/>
          </p:cNvGraphicFramePr>
          <p:nvPr/>
        </p:nvGraphicFramePr>
        <p:xfrm>
          <a:off x="4204335" y="1220470"/>
          <a:ext cx="1229360" cy="375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749300" imgH="228600" progId="Equation.KSEE3">
                  <p:embed/>
                </p:oleObj>
              </mc:Choice>
              <mc:Fallback>
                <p:oleObj name="" r:id="rId3" imgW="749300" imgH="2286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4335" y="1220470"/>
                        <a:ext cx="1229360" cy="3752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623"/>
          <p:cNvGraphicFramePr>
            <a:graphicFrameLocks noChangeAspect="1"/>
          </p:cNvGraphicFramePr>
          <p:nvPr/>
        </p:nvGraphicFramePr>
        <p:xfrm>
          <a:off x="7765415" y="1262380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5" imgW="266700" imgH="228600" progId="Equation.KSEE3">
                  <p:embed/>
                </p:oleObj>
              </mc:Choice>
              <mc:Fallback>
                <p:oleObj name="" r:id="rId5" imgW="266700" imgH="228600" progId="Equation.KSEE3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65415" y="1262380"/>
                        <a:ext cx="394335" cy="3384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-2147482623"/>
          <p:cNvGraphicFramePr>
            <a:graphicFrameLocks noChangeAspect="1"/>
          </p:cNvGraphicFramePr>
          <p:nvPr/>
        </p:nvGraphicFramePr>
        <p:xfrm>
          <a:off x="7160895" y="2446655"/>
          <a:ext cx="39433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266700" imgH="228600" progId="Equation.KSEE3">
                  <p:embed/>
                </p:oleObj>
              </mc:Choice>
              <mc:Fallback>
                <p:oleObj name="" r:id="rId7" imgW="266700" imgH="228600" progId="Equation.KSEE3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60895" y="2446655"/>
                        <a:ext cx="394335" cy="3384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93287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/>
              <a:t>2.Drain-source on resistance ( </a:t>
            </a:r>
            <a:r>
              <a:rPr lang="en-US" altLang="zh-CN" sz="2800" b="1"/>
              <a:t>                  </a:t>
            </a:r>
            <a:r>
              <a:rPr lang="zh-CN" altLang="en-US" sz="2800" b="1"/>
              <a:t>under different </a:t>
            </a:r>
            <a:r>
              <a:rPr lang="en-US" altLang="zh-CN" sz="2800" b="1"/>
              <a:t>    </a:t>
            </a:r>
            <a:r>
              <a:rPr lang="zh-CN" altLang="en-US" sz="2800" b="1"/>
              <a:t>)      </a:t>
            </a:r>
            <a:endParaRPr lang="zh-CN" altLang="en-US" sz="2800" b="1"/>
          </a:p>
        </p:txBody>
      </p:sp>
      <p:sp>
        <p:nvSpPr>
          <p:cNvPr id="16" name="文本框 15"/>
          <p:cNvSpPr txBox="1"/>
          <p:nvPr/>
        </p:nvSpPr>
        <p:spPr>
          <a:xfrm>
            <a:off x="295275" y="4772660"/>
            <a:ext cx="31222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    </a:t>
            </a:r>
            <a:r>
              <a:rPr sz="2400"/>
              <a:t>With the increase of parameter</a:t>
            </a:r>
            <a:r>
              <a:rPr lang="en-US" sz="2400"/>
              <a:t>         </a:t>
            </a:r>
            <a:r>
              <a:rPr sz="2400"/>
              <a:t>, the values of  </a:t>
            </a:r>
            <a:r>
              <a:rPr lang="en-US" sz="2400"/>
              <a:t>          </a:t>
            </a:r>
            <a:r>
              <a:rPr sz="2400"/>
              <a:t>lower.</a:t>
            </a:r>
            <a:endParaRPr sz="2400"/>
          </a:p>
        </p:txBody>
      </p:sp>
      <p:graphicFrame>
        <p:nvGraphicFramePr>
          <p:cNvPr id="8" name="对象 -2147482621"/>
          <p:cNvGraphicFramePr>
            <a:graphicFrameLocks noChangeAspect="1"/>
          </p:cNvGraphicFramePr>
          <p:nvPr/>
        </p:nvGraphicFramePr>
        <p:xfrm>
          <a:off x="4752975" y="1240790"/>
          <a:ext cx="1496060" cy="374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965200" imgH="241300" progId="Equation.KSEE3">
                  <p:embed/>
                </p:oleObj>
              </mc:Choice>
              <mc:Fallback>
                <p:oleObj name="" r:id="rId2" imgW="965200" imgH="2413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52975" y="1240790"/>
                        <a:ext cx="1496060" cy="3740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620"/>
          <p:cNvGraphicFramePr>
            <a:graphicFrameLocks noChangeAspect="1"/>
          </p:cNvGraphicFramePr>
          <p:nvPr/>
        </p:nvGraphicFramePr>
        <p:xfrm>
          <a:off x="8549005" y="1248410"/>
          <a:ext cx="393065" cy="33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4" imgW="266700" imgH="228600" progId="Equation.KSEE3">
                  <p:embed/>
                </p:oleObj>
              </mc:Choice>
              <mc:Fallback>
                <p:oleObj name="" r:id="rId4" imgW="266700" imgH="228600" progId="Equation.KSEE3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549005" y="1248410"/>
                        <a:ext cx="393065" cy="3384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24" descr="1663498749318"/>
          <p:cNvPicPr>
            <a:picLocks noChangeAspect="1"/>
          </p:cNvPicPr>
          <p:nvPr/>
        </p:nvPicPr>
        <p:blipFill>
          <a:blip r:embed="rId6"/>
          <a:srcRect t="49006" r="1310"/>
          <a:stretch>
            <a:fillRect/>
          </a:stretch>
        </p:blipFill>
        <p:spPr>
          <a:xfrm>
            <a:off x="295275" y="1701165"/>
            <a:ext cx="4820285" cy="2447925"/>
          </a:xfrm>
          <a:prstGeom prst="rect">
            <a:avLst/>
          </a:prstGeom>
        </p:spPr>
      </p:pic>
      <p:pic>
        <p:nvPicPr>
          <p:cNvPr id="30" name="图片 30" descr="1663498749318"/>
          <p:cNvPicPr>
            <a:picLocks noChangeAspect="1"/>
          </p:cNvPicPr>
          <p:nvPr/>
        </p:nvPicPr>
        <p:blipFill>
          <a:blip r:embed="rId6"/>
          <a:srcRect r="1865" b="50057"/>
          <a:stretch>
            <a:fillRect/>
          </a:stretch>
        </p:blipFill>
        <p:spPr>
          <a:xfrm>
            <a:off x="3769360" y="4237355"/>
            <a:ext cx="4912360" cy="2457450"/>
          </a:xfrm>
          <a:prstGeom prst="rect">
            <a:avLst/>
          </a:prstGeom>
        </p:spPr>
      </p:pic>
      <p:graphicFrame>
        <p:nvGraphicFramePr>
          <p:cNvPr id="-2147482617" name="对象 -2147482618"/>
          <p:cNvGraphicFramePr>
            <a:graphicFrameLocks noChangeAspect="1"/>
          </p:cNvGraphicFramePr>
          <p:nvPr/>
        </p:nvGraphicFramePr>
        <p:xfrm>
          <a:off x="1606550" y="5594350"/>
          <a:ext cx="64262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444500" imgH="241300" progId="Equation.KSEE3">
                  <p:embed/>
                </p:oleObj>
              </mc:Choice>
              <mc:Fallback>
                <p:oleObj name="" r:id="rId7" imgW="444500" imgH="241300" progId="Equation.KSEE3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6550" y="5594350"/>
                        <a:ext cx="64262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-2147482618" name="对象 -2147482619"/>
          <p:cNvGraphicFramePr>
            <a:graphicFrameLocks noChangeAspect="1"/>
          </p:cNvGraphicFramePr>
          <p:nvPr/>
        </p:nvGraphicFramePr>
        <p:xfrm>
          <a:off x="1726565" y="5250815"/>
          <a:ext cx="6254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9" imgW="266700" imgH="228600" progId="Equation.KSEE3">
                  <p:embed/>
                </p:oleObj>
              </mc:Choice>
              <mc:Fallback>
                <p:oleObj name="" r:id="rId9" imgW="266700" imgH="228600" progId="Equation.KSEE3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26565" y="5250815"/>
                        <a:ext cx="625475" cy="314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792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sz="2800" b="1"/>
              <a:t>3.Transfer characteristics ( </a:t>
            </a:r>
            <a:r>
              <a:rPr lang="en-US" sz="2800" b="1"/>
              <a:t>                  </a:t>
            </a:r>
            <a:r>
              <a:rPr sz="2800" b="1"/>
              <a:t>with fixed</a:t>
            </a:r>
            <a:r>
              <a:rPr lang="en-US" sz="2800" b="1"/>
              <a:t>       </a:t>
            </a:r>
            <a:r>
              <a:rPr sz="2800" b="1"/>
              <a:t> )  </a:t>
            </a:r>
            <a:endParaRPr sz="2800" b="1"/>
          </a:p>
        </p:txBody>
      </p:sp>
      <p:sp>
        <p:nvSpPr>
          <p:cNvPr id="16" name="文本框 15"/>
          <p:cNvSpPr txBox="1"/>
          <p:nvPr/>
        </p:nvSpPr>
        <p:spPr>
          <a:xfrm>
            <a:off x="5476240" y="1974215"/>
            <a:ext cx="35121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sz="2400"/>
              <a:t>negative feedback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l"/>
            </a:pPr>
            <a:r>
              <a:rPr sz="2400"/>
              <a:t>positive temperature coefficient region</a:t>
            </a:r>
            <a:endParaRPr sz="2400"/>
          </a:p>
        </p:txBody>
      </p:sp>
      <p:graphicFrame>
        <p:nvGraphicFramePr>
          <p:cNvPr id="8" name="对象 -2147482624"/>
          <p:cNvGraphicFramePr>
            <a:graphicFrameLocks noChangeAspect="1"/>
          </p:cNvGraphicFramePr>
          <p:nvPr/>
        </p:nvGraphicFramePr>
        <p:xfrm>
          <a:off x="4204335" y="1220470"/>
          <a:ext cx="140398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749300" imgH="228600" progId="Equation.KSEE3">
                  <p:embed/>
                </p:oleObj>
              </mc:Choice>
              <mc:Fallback>
                <p:oleObj name="" r:id="rId2" imgW="749300" imgH="228600" progId="Equation.KSEE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04335" y="1220470"/>
                        <a:ext cx="1403985" cy="428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-2147482623"/>
          <p:cNvGraphicFramePr>
            <a:graphicFrameLocks noChangeAspect="1"/>
          </p:cNvGraphicFramePr>
          <p:nvPr/>
        </p:nvGraphicFramePr>
        <p:xfrm>
          <a:off x="7249795" y="1179195"/>
          <a:ext cx="511175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4" imgW="266700" imgH="228600" progId="Equation.KSEE3">
                  <p:embed/>
                </p:oleObj>
              </mc:Choice>
              <mc:Fallback>
                <p:oleObj name="" r:id="rId4" imgW="266700" imgH="228600" progId="Equation.KSEE3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49795" y="1179195"/>
                        <a:ext cx="511175" cy="438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3" descr="1663497241715"/>
          <p:cNvPicPr>
            <a:picLocks noChangeAspect="1"/>
          </p:cNvPicPr>
          <p:nvPr/>
        </p:nvPicPr>
        <p:blipFill>
          <a:blip r:embed="rId6"/>
          <a:srcRect t="50796" r="903"/>
          <a:stretch>
            <a:fillRect/>
          </a:stretch>
        </p:blipFill>
        <p:spPr>
          <a:xfrm>
            <a:off x="178753" y="1776413"/>
            <a:ext cx="4813935" cy="2304415"/>
          </a:xfrm>
          <a:prstGeom prst="rect">
            <a:avLst/>
          </a:prstGeom>
        </p:spPr>
      </p:pic>
      <p:pic>
        <p:nvPicPr>
          <p:cNvPr id="31" name="图片 31" descr="1663497241715"/>
          <p:cNvPicPr>
            <a:picLocks noChangeAspect="1"/>
          </p:cNvPicPr>
          <p:nvPr/>
        </p:nvPicPr>
        <p:blipFill>
          <a:blip r:embed="rId6"/>
          <a:srcRect r="1166" b="49415"/>
          <a:stretch>
            <a:fillRect/>
          </a:stretch>
        </p:blipFill>
        <p:spPr>
          <a:xfrm>
            <a:off x="3800475" y="4268153"/>
            <a:ext cx="4820920" cy="2378075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6277610" y="4134485"/>
            <a:ext cx="1959610" cy="1413510"/>
          </a:xfrm>
          <a:prstGeom prst="straightConnector1">
            <a:avLst/>
          </a:prstGeom>
          <a:ln w="73025">
            <a:solidFill>
              <a:schemeClr val="bg1">
                <a:lumMod val="6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395210" y="3749040"/>
            <a:ext cx="16891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 b="1"/>
              <a:t>intersection</a:t>
            </a:r>
            <a:endParaRPr lang="zh-CN" altLang="en-US" sz="2400" b="1"/>
          </a:p>
        </p:txBody>
      </p:sp>
      <p:sp>
        <p:nvSpPr>
          <p:cNvPr id="13" name="文本框 12"/>
          <p:cNvSpPr txBox="1"/>
          <p:nvPr/>
        </p:nvSpPr>
        <p:spPr>
          <a:xfrm>
            <a:off x="179070" y="4364355"/>
            <a:ext cx="35121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sz="2400">
                <a:sym typeface="+mn-ea"/>
              </a:rPr>
              <a:t>positive</a:t>
            </a:r>
            <a:r>
              <a:rPr sz="2400"/>
              <a:t> feedback</a:t>
            </a:r>
            <a:endParaRPr sz="2400"/>
          </a:p>
          <a:p>
            <a:endParaRPr sz="2400"/>
          </a:p>
          <a:p>
            <a:pPr marL="342900" indent="-342900">
              <a:buFont typeface="Wingdings" panose="05000000000000000000" charset="0"/>
              <a:buChar char="l"/>
            </a:pPr>
            <a:r>
              <a:rPr sz="2400">
                <a:sym typeface="+mn-ea"/>
              </a:rPr>
              <a:t>negative</a:t>
            </a:r>
            <a:r>
              <a:rPr sz="2400"/>
              <a:t> temperature coefficient region</a:t>
            </a:r>
            <a:endParaRPr sz="2400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6464300" y="3468370"/>
            <a:ext cx="653415" cy="1426210"/>
          </a:xfrm>
          <a:prstGeom prst="straightConnector1">
            <a:avLst/>
          </a:prstGeom>
          <a:ln w="73025">
            <a:solidFill>
              <a:schemeClr val="bg1">
                <a:lumMod val="6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 flipV="1">
            <a:off x="3078480" y="4921250"/>
            <a:ext cx="3052445" cy="1119505"/>
          </a:xfrm>
          <a:prstGeom prst="straightConnector1">
            <a:avLst/>
          </a:prstGeom>
          <a:ln w="73025">
            <a:solidFill>
              <a:schemeClr val="bg1">
                <a:lumMod val="6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8610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sz="2800" b="1"/>
              <a:t>4.Forward characteristics of reversed diode(</a:t>
            </a:r>
            <a:r>
              <a:rPr lang="en-US" sz="2800" b="1"/>
              <a:t>                 </a:t>
            </a:r>
            <a:r>
              <a:rPr sz="2800" b="1"/>
              <a:t>)      </a:t>
            </a:r>
            <a:endParaRPr sz="2800" b="1"/>
          </a:p>
        </p:txBody>
      </p:sp>
      <p:sp>
        <p:nvSpPr>
          <p:cNvPr id="16" name="文本框 15"/>
          <p:cNvSpPr txBox="1"/>
          <p:nvPr/>
        </p:nvSpPr>
        <p:spPr>
          <a:xfrm>
            <a:off x="5356225" y="1974215"/>
            <a:ext cx="36322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</a:t>
            </a:r>
            <a:r>
              <a:rPr sz="2400"/>
              <a:t>he higher the temperature</a:t>
            </a:r>
            <a:endParaRPr sz="2400"/>
          </a:p>
          <a:p>
            <a:r>
              <a:rPr lang="en-US" sz="2400"/>
              <a:t>T</a:t>
            </a:r>
            <a:r>
              <a:rPr sz="2400"/>
              <a:t>he </a:t>
            </a:r>
            <a:r>
              <a:rPr lang="en-US" sz="2400"/>
              <a:t>larger </a:t>
            </a:r>
            <a:r>
              <a:rPr sz="2400"/>
              <a:t>the humidity, </a:t>
            </a:r>
            <a:endParaRPr sz="2400"/>
          </a:p>
          <a:p>
            <a:endParaRPr sz="2400"/>
          </a:p>
          <a:p>
            <a:r>
              <a:rPr lang="en-US" sz="2400"/>
              <a:t>T</a:t>
            </a:r>
            <a:r>
              <a:rPr sz="2400"/>
              <a:t>he greater the IF</a:t>
            </a:r>
            <a:endParaRPr sz="2400"/>
          </a:p>
        </p:txBody>
      </p:sp>
      <p:sp>
        <p:nvSpPr>
          <p:cNvPr id="17" name="文本框 16"/>
          <p:cNvSpPr txBox="1"/>
          <p:nvPr/>
        </p:nvSpPr>
        <p:spPr>
          <a:xfrm>
            <a:off x="0" y="4237355"/>
            <a:ext cx="404749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ym typeface="+mn-ea"/>
              </a:rPr>
              <a:t>    T</a:t>
            </a:r>
            <a:r>
              <a:rPr sz="2400">
                <a:sym typeface="+mn-ea"/>
              </a:rPr>
              <a:t>he greater the temperature and humidity, the greater the movement speed of semiconductor electron and holes, so the greater the positive guide current</a:t>
            </a:r>
            <a:r>
              <a:rPr lang="en-US" sz="2400">
                <a:sym typeface="+mn-ea"/>
              </a:rPr>
              <a:t>.</a:t>
            </a:r>
            <a:endParaRPr lang="en-US" sz="2400">
              <a:sym typeface="+mn-ea"/>
            </a:endParaRPr>
          </a:p>
        </p:txBody>
      </p:sp>
      <p:graphicFrame>
        <p:nvGraphicFramePr>
          <p:cNvPr id="8" name="对象 -2147482615"/>
          <p:cNvGraphicFramePr>
            <a:graphicFrameLocks noChangeAspect="1"/>
          </p:cNvGraphicFramePr>
          <p:nvPr/>
        </p:nvGraphicFramePr>
        <p:xfrm>
          <a:off x="6875780" y="1207770"/>
          <a:ext cx="1380490" cy="436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" imgW="723900" imgH="228600" progId="Equation.KSEE3">
                  <p:embed/>
                </p:oleObj>
              </mc:Choice>
              <mc:Fallback>
                <p:oleObj name="" r:id="rId2" imgW="723900" imgH="2286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75780" y="1207770"/>
                        <a:ext cx="1380490" cy="4362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t="50826" r="601"/>
          <a:stretch>
            <a:fillRect/>
          </a:stretch>
        </p:blipFill>
        <p:spPr>
          <a:xfrm>
            <a:off x="294958" y="1758950"/>
            <a:ext cx="4937125" cy="23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3"/>
          <p:cNvPicPr>
            <a:picLocks noChangeAspect="1"/>
          </p:cNvPicPr>
          <p:nvPr/>
        </p:nvPicPr>
        <p:blipFill>
          <a:blip r:embed="rId4"/>
          <a:srcRect b="49093"/>
          <a:stretch>
            <a:fillRect/>
          </a:stretch>
        </p:blipFill>
        <p:spPr>
          <a:xfrm>
            <a:off x="3894138" y="4127500"/>
            <a:ext cx="5249545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93757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sz="2400" b="1"/>
              <a:t>5.Switching waveform (real-time simulation ,</a:t>
            </a:r>
            <a:r>
              <a:rPr lang="en-US" sz="2400" b="1"/>
              <a:t>    </a:t>
            </a:r>
            <a:r>
              <a:rPr sz="2400" b="1"/>
              <a:t>being pulsating signal)      </a:t>
            </a:r>
            <a:endParaRPr sz="2400" b="1"/>
          </a:p>
        </p:txBody>
      </p:sp>
      <p:sp>
        <p:nvSpPr>
          <p:cNvPr id="16" name="文本框 15"/>
          <p:cNvSpPr txBox="1"/>
          <p:nvPr/>
        </p:nvSpPr>
        <p:spPr>
          <a:xfrm>
            <a:off x="5539105" y="2145030"/>
            <a:ext cx="33889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400"/>
              <a:t>The Miller capacitance Cgd of the MOS tube causes the Miller effect</a:t>
            </a:r>
            <a:endParaRPr sz="2400"/>
          </a:p>
        </p:txBody>
      </p:sp>
      <p:graphicFrame>
        <p:nvGraphicFramePr>
          <p:cNvPr id="8" name="对象 -2147482614"/>
          <p:cNvGraphicFramePr>
            <a:graphicFrameLocks noChangeAspect="1"/>
          </p:cNvGraphicFramePr>
          <p:nvPr/>
        </p:nvGraphicFramePr>
        <p:xfrm>
          <a:off x="5986780" y="1253490"/>
          <a:ext cx="375920" cy="32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" imgW="266700" imgH="228600" progId="Equation.KSEE3">
                  <p:embed/>
                </p:oleObj>
              </mc:Choice>
              <mc:Fallback>
                <p:oleObj name="" r:id="rId2" imgW="266700" imgH="2286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6780" y="1253490"/>
                        <a:ext cx="375920" cy="323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6" descr="1663510768525"/>
          <p:cNvPicPr>
            <a:picLocks noChangeAspect="1"/>
          </p:cNvPicPr>
          <p:nvPr/>
        </p:nvPicPr>
        <p:blipFill>
          <a:blip r:embed="rId4"/>
          <a:srcRect t="50898"/>
          <a:stretch>
            <a:fillRect/>
          </a:stretch>
        </p:blipFill>
        <p:spPr>
          <a:xfrm>
            <a:off x="141288" y="1497330"/>
            <a:ext cx="5254625" cy="2494280"/>
          </a:xfrm>
          <a:prstGeom prst="rect">
            <a:avLst/>
          </a:prstGeom>
        </p:spPr>
      </p:pic>
      <p:pic>
        <p:nvPicPr>
          <p:cNvPr id="28" name="图片 10"/>
          <p:cNvPicPr>
            <a:picLocks noChangeAspect="1"/>
          </p:cNvPicPr>
          <p:nvPr/>
        </p:nvPicPr>
        <p:blipFill>
          <a:blip r:embed="rId5"/>
          <a:srcRect b="38257"/>
          <a:stretch>
            <a:fillRect/>
          </a:stretch>
        </p:blipFill>
        <p:spPr>
          <a:xfrm>
            <a:off x="3537585" y="3912235"/>
            <a:ext cx="5274310" cy="30899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直接箭头连接符 11"/>
          <p:cNvCxnSpPr/>
          <p:nvPr/>
        </p:nvCxnSpPr>
        <p:spPr>
          <a:xfrm flipH="1">
            <a:off x="2779395" y="4382770"/>
            <a:ext cx="1289685" cy="547370"/>
          </a:xfrm>
          <a:prstGeom prst="straightConnector1">
            <a:avLst/>
          </a:prstGeom>
          <a:ln w="73025">
            <a:solidFill>
              <a:schemeClr val="bg1">
                <a:lumMod val="6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748030" y="4686935"/>
            <a:ext cx="19596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 sz="2400" b="1"/>
              <a:t>Miller Plateau</a:t>
            </a:r>
            <a:endParaRPr lang="en-US" altLang="zh-CN" sz="2400" b="1"/>
          </a:p>
        </p:txBody>
      </p:sp>
      <p:cxnSp>
        <p:nvCxnSpPr>
          <p:cNvPr id="15" name="直接箭头连接符 14"/>
          <p:cNvCxnSpPr>
            <a:endCxn id="13" idx="3"/>
          </p:cNvCxnSpPr>
          <p:nvPr/>
        </p:nvCxnSpPr>
        <p:spPr>
          <a:xfrm flipH="1">
            <a:off x="2707640" y="4415155"/>
            <a:ext cx="3439160" cy="502285"/>
          </a:xfrm>
          <a:prstGeom prst="straightConnector1">
            <a:avLst/>
          </a:prstGeom>
          <a:ln w="73025">
            <a:solidFill>
              <a:schemeClr val="bg1">
                <a:lumMod val="65000"/>
              </a:schemeClr>
            </a:solidFill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54206" y="299118"/>
            <a:ext cx="8435588" cy="589667"/>
            <a:chOff x="533603" y="299118"/>
            <a:chExt cx="8435588" cy="589667"/>
          </a:xfrm>
        </p:grpSpPr>
        <p:pic>
          <p:nvPicPr>
            <p:cNvPr id="2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-1001" r="53439" b="77637"/>
            <a:stretch>
              <a:fillRect/>
            </a:stretch>
          </p:blipFill>
          <p:spPr bwMode="auto">
            <a:xfrm>
              <a:off x="6858003" y="299118"/>
              <a:ext cx="2111188" cy="589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组合 2"/>
            <p:cNvGrpSpPr/>
            <p:nvPr/>
          </p:nvGrpSpPr>
          <p:grpSpPr>
            <a:xfrm>
              <a:off x="533603" y="473621"/>
              <a:ext cx="435327" cy="405245"/>
              <a:chOff x="290945" y="346364"/>
              <a:chExt cx="859090" cy="799725"/>
            </a:xfrm>
          </p:grpSpPr>
          <p:sp>
            <p:nvSpPr>
              <p:cNvPr id="4" name="圆角矩形 3"/>
              <p:cNvSpPr>
                <a:spLocks noChangeAspect="1"/>
              </p:cNvSpPr>
              <p:nvPr/>
            </p:nvSpPr>
            <p:spPr>
              <a:xfrm>
                <a:off x="290945" y="346364"/>
                <a:ext cx="648000" cy="648000"/>
              </a:xfrm>
              <a:prstGeom prst="roundRect">
                <a:avLst/>
              </a:prstGeom>
              <a:noFill/>
              <a:ln w="539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 useBgFill="1">
            <p:nvSpPr>
              <p:cNvPr id="5" name="圆角矩形 4"/>
              <p:cNvSpPr>
                <a:spLocks noChangeAspect="1"/>
              </p:cNvSpPr>
              <p:nvPr/>
            </p:nvSpPr>
            <p:spPr>
              <a:xfrm>
                <a:off x="528654" y="526125"/>
                <a:ext cx="540000" cy="540000"/>
              </a:xfrm>
              <a:prstGeom prst="roundRect">
                <a:avLst/>
              </a:prstGeom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圆角矩形 5"/>
              <p:cNvSpPr>
                <a:spLocks noChangeAspect="1"/>
              </p:cNvSpPr>
              <p:nvPr/>
            </p:nvSpPr>
            <p:spPr>
              <a:xfrm>
                <a:off x="610035" y="606089"/>
                <a:ext cx="540000" cy="540000"/>
              </a:xfrm>
              <a:prstGeom prst="roundRect">
                <a:avLst/>
              </a:prstGeom>
              <a:solidFill>
                <a:srgbClr val="C00000"/>
              </a:solidFill>
              <a:ln w="539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ea typeface="微软雅黑" panose="020B0503020204020204" pitchFamily="34" charset="-122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1227882" y="878865"/>
              <a:ext cx="5436000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941375" y="272323"/>
            <a:ext cx="560514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Topic 2. LTspice simulation</a:t>
            </a:r>
            <a:endParaRPr lang="zh-CN" altLang="en-US" sz="32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95275" y="1127125"/>
            <a:ext cx="937577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sz="2400" b="1"/>
              <a:t>5.Switching waveform (real-time simulation ,</a:t>
            </a:r>
            <a:r>
              <a:rPr lang="en-US" sz="2400" b="1"/>
              <a:t>    </a:t>
            </a:r>
            <a:r>
              <a:rPr sz="2400" b="1"/>
              <a:t>being pulsating signal)      </a:t>
            </a:r>
            <a:endParaRPr sz="2400" b="1"/>
          </a:p>
        </p:txBody>
      </p:sp>
      <p:sp>
        <p:nvSpPr>
          <p:cNvPr id="16" name="文本框 15"/>
          <p:cNvSpPr txBox="1"/>
          <p:nvPr/>
        </p:nvSpPr>
        <p:spPr>
          <a:xfrm>
            <a:off x="4853940" y="2645410"/>
            <a:ext cx="38595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    </a:t>
            </a:r>
            <a:r>
              <a:rPr sz="2400"/>
              <a:t>There will be a parasitic capacitance between any two poles of the MOSFET, namely, Cgs, Cgd, and Cds</a:t>
            </a:r>
            <a:endParaRPr sz="2400"/>
          </a:p>
        </p:txBody>
      </p:sp>
      <p:graphicFrame>
        <p:nvGraphicFramePr>
          <p:cNvPr id="8" name="对象 -2147482614"/>
          <p:cNvGraphicFramePr>
            <a:graphicFrameLocks noChangeAspect="1"/>
          </p:cNvGraphicFramePr>
          <p:nvPr/>
        </p:nvGraphicFramePr>
        <p:xfrm>
          <a:off x="5986780" y="1253490"/>
          <a:ext cx="375920" cy="32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2" imgW="266700" imgH="228600" progId="Equation.KSEE3">
                  <p:embed/>
                </p:oleObj>
              </mc:Choice>
              <mc:Fallback>
                <p:oleObj name="" r:id="rId2" imgW="266700" imgH="228600" progId="Equation.KSEE3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86780" y="1253490"/>
                        <a:ext cx="375920" cy="3232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" y="2019300"/>
            <a:ext cx="3766185" cy="282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 descr="e7d195523061f1c0deeec63e560781cfd59afb0ea006f2a87ABB68BF51EA6619813959095094C18C62A12F549504892A4AAA8C1554C6663626E05CA27F281A14E6983772AFC3FB97135759321DEA3D709AACD122C08E6ED1C77BAD4A88EF4CD28A80260D8F97957F436F83C1F553EF0169027D0DBFA7A77088E1513DBDFC101C4B4DFF310B01A5021663E46B6BC2AAB5"/>
          <p:cNvSpPr txBox="1"/>
          <p:nvPr/>
        </p:nvSpPr>
        <p:spPr>
          <a:xfrm>
            <a:off x="4266088" y="2557720"/>
            <a:ext cx="2682240" cy="860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>
              <a:defRPr/>
            </a:pPr>
            <a:r>
              <a:rPr lang="en-US" altLang="zh-CN" sz="5000" b="1" dirty="0" smtClean="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Kartika" panose="02020503030404060203" pitchFamily="18" charset="0"/>
              </a:rPr>
              <a:t>Thanks!</a:t>
            </a:r>
            <a:endParaRPr lang="en-US" altLang="zh-CN" sz="5000" b="1" dirty="0" smtClean="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Kartika" panose="02020503030404060203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7567" y="5691189"/>
            <a:ext cx="8890144" cy="432000"/>
            <a:chOff x="117567" y="5691189"/>
            <a:chExt cx="8890144" cy="432000"/>
          </a:xfrm>
        </p:grpSpPr>
        <p:cxnSp>
          <p:nvCxnSpPr>
            <p:cNvPr id="25" name="直接连接符 24"/>
            <p:cNvCxnSpPr/>
            <p:nvPr/>
          </p:nvCxnSpPr>
          <p:spPr>
            <a:xfrm flipH="1">
              <a:off x="117567" y="5912402"/>
              <a:ext cx="810000" cy="0"/>
            </a:xfrm>
            <a:prstGeom prst="line">
              <a:avLst/>
            </a:prstGeom>
            <a:ln w="12700">
              <a:solidFill>
                <a:srgbClr val="E30613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3472711" y="5907189"/>
              <a:ext cx="5535000" cy="0"/>
            </a:xfrm>
            <a:prstGeom prst="line">
              <a:avLst/>
            </a:prstGeom>
            <a:ln w="12700">
              <a:gradFill>
                <a:gsLst>
                  <a:gs pos="0">
                    <a:srgbClr val="E30613"/>
                  </a:gs>
                  <a:gs pos="100000">
                    <a:srgbClr val="81040B"/>
                  </a:gs>
                </a:gsLst>
                <a:lin ang="0" scaled="0"/>
              </a:gra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1159868" y="5691189"/>
              <a:ext cx="2083154" cy="432000"/>
              <a:chOff x="1064303" y="5622335"/>
              <a:chExt cx="2083154" cy="432000"/>
            </a:xfrm>
          </p:grpSpPr>
          <p:sp>
            <p:nvSpPr>
              <p:cNvPr id="15" name="圆角矩形 14"/>
              <p:cNvSpPr>
                <a:spLocks noChangeAspect="1"/>
              </p:cNvSpPr>
              <p:nvPr/>
            </p:nvSpPr>
            <p:spPr>
              <a:xfrm>
                <a:off x="16145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0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0" name="圆角矩形 29"/>
              <p:cNvSpPr>
                <a:spLocks noChangeAspect="1"/>
              </p:cNvSpPr>
              <p:nvPr/>
            </p:nvSpPr>
            <p:spPr>
              <a:xfrm>
                <a:off x="10643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1" name="圆角矩形 30"/>
              <p:cNvSpPr>
                <a:spLocks noChangeAspect="1"/>
              </p:cNvSpPr>
              <p:nvPr/>
            </p:nvSpPr>
            <p:spPr>
              <a:xfrm>
                <a:off x="2164703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  <p:sp>
            <p:nvSpPr>
              <p:cNvPr id="32" name="圆角矩形 31"/>
              <p:cNvSpPr>
                <a:spLocks noChangeAspect="1"/>
              </p:cNvSpPr>
              <p:nvPr/>
            </p:nvSpPr>
            <p:spPr>
              <a:xfrm>
                <a:off x="2714904" y="5622335"/>
                <a:ext cx="432553" cy="432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8E040D"/>
                  </a:gs>
                  <a:gs pos="100000">
                    <a:srgbClr val="E40613"/>
                  </a:gs>
                </a:gsLst>
                <a:lin ang="10800000" scaled="0"/>
              </a:gradFill>
              <a:ln w="12700">
                <a:gradFill>
                  <a:gsLst>
                    <a:gs pos="0">
                      <a:srgbClr val="E30613"/>
                    </a:gs>
                    <a:gs pos="100000">
                      <a:srgbClr val="81040B"/>
                    </a:gs>
                  </a:gsLst>
                  <a:lin ang="5400000" scaled="1"/>
                </a:gradFill>
              </a:ln>
              <a:effectLst>
                <a:outerShdw blurRad="254000" dist="1270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dirty="0" smtClean="0">
                    <a:latin typeface="Arial Black" panose="020B0A04020102020204" pitchFamily="34" charset="0"/>
                  </a:rPr>
                  <a:t>2</a:t>
                </a:r>
                <a:endParaRPr lang="zh-CN" altLang="en-US" sz="2400" dirty="0"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39101" y="-8313"/>
            <a:ext cx="2612976" cy="4400343"/>
            <a:chOff x="439101" y="-8313"/>
            <a:chExt cx="2612976" cy="4400343"/>
          </a:xfrm>
        </p:grpSpPr>
        <p:sp>
          <p:nvSpPr>
            <p:cNvPr id="36" name="任意多边形 35"/>
            <p:cNvSpPr/>
            <p:nvPr/>
          </p:nvSpPr>
          <p:spPr>
            <a:xfrm rot="5400000">
              <a:off x="-454583" y="885371"/>
              <a:ext cx="4400343" cy="2612976"/>
            </a:xfrm>
            <a:custGeom>
              <a:avLst/>
              <a:gdLst>
                <a:gd name="connsiteX0" fmla="*/ 0 w 4400343"/>
                <a:gd name="connsiteY0" fmla="*/ 2612976 h 2612976"/>
                <a:gd name="connsiteX1" fmla="*/ 0 w 4400343"/>
                <a:gd name="connsiteY1" fmla="*/ 0 h 2612976"/>
                <a:gd name="connsiteX2" fmla="*/ 3093855 w 4400343"/>
                <a:gd name="connsiteY2" fmla="*/ 0 h 2612976"/>
                <a:gd name="connsiteX3" fmla="*/ 4400343 w 4400343"/>
                <a:gd name="connsiteY3" fmla="*/ 1306488 h 2612976"/>
                <a:gd name="connsiteX4" fmla="*/ 3093855 w 4400343"/>
                <a:gd name="connsiteY4" fmla="*/ 2612976 h 261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0343" h="2612976">
                  <a:moveTo>
                    <a:pt x="0" y="2612976"/>
                  </a:moveTo>
                  <a:lnTo>
                    <a:pt x="0" y="0"/>
                  </a:lnTo>
                  <a:lnTo>
                    <a:pt x="3093855" y="0"/>
                  </a:lnTo>
                  <a:cubicBezTo>
                    <a:pt x="3815408" y="0"/>
                    <a:pt x="4400343" y="584935"/>
                    <a:pt x="4400343" y="1306488"/>
                  </a:cubicBezTo>
                  <a:cubicBezTo>
                    <a:pt x="4400343" y="2028041"/>
                    <a:pt x="3815408" y="2612976"/>
                    <a:pt x="3093855" y="2612976"/>
                  </a:cubicBezTo>
                  <a:close/>
                </a:path>
              </a:pathLst>
            </a:custGeom>
            <a:gradFill>
              <a:gsLst>
                <a:gs pos="0">
                  <a:srgbClr val="8E040D"/>
                </a:gs>
                <a:gs pos="100000">
                  <a:srgbClr val="E40613"/>
                </a:gs>
              </a:gsLst>
              <a:lin ang="10800000" scaled="0"/>
            </a:gradFill>
            <a:ln w="25400">
              <a:noFill/>
            </a:ln>
            <a:effectLst>
              <a:outerShdw blurRad="254000" dist="1270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>
              <a:grpSpLocks noChangeAspect="1"/>
            </p:cNvGrpSpPr>
            <p:nvPr/>
          </p:nvGrpSpPr>
          <p:grpSpPr>
            <a:xfrm>
              <a:off x="583589" y="1834933"/>
              <a:ext cx="2323999" cy="2323999"/>
              <a:chOff x="3393105" y="2094170"/>
              <a:chExt cx="2664367" cy="2664367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3393105" y="2094170"/>
                <a:ext cx="2664367" cy="2664367"/>
              </a:xfrm>
              <a:prstGeom prst="ellipse">
                <a:avLst/>
              </a:pr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  <a:ln w="1905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5400000" scaled="1"/>
                </a:gradFill>
              </a:ln>
              <a:effectLst>
                <a:outerShdw blurRad="279400" dist="152400" dir="2700000" sx="102000" sy="102000" algn="tl" rotWithShape="0">
                  <a:prstClr val="black">
                    <a:alpha val="28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3655434" y="2332885"/>
                <a:ext cx="2167846" cy="2167846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100000">
                    <a:schemeClr val="bg1"/>
                  </a:gs>
                  <a:gs pos="0">
                    <a:srgbClr val="B8BBBC"/>
                  </a:gs>
                </a:gsLst>
                <a:lin ang="54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/>
              </a:p>
            </p:txBody>
          </p:sp>
        </p:grpSp>
        <p:pic>
          <p:nvPicPr>
            <p:cNvPr id="29" name="Picture 2" descr="E:\Hou\信息化建设\web\校徽相关\xjtu.png"/>
            <p:cNvPicPr>
              <a:picLocks noChangeAspect="1" noChangeArrowheads="1"/>
            </p:cNvPicPr>
            <p:nvPr/>
          </p:nvPicPr>
          <p:blipFill rotWithShape="1">
            <a:blip r:embed="rId1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63" t="76636" r="53439"/>
            <a:stretch>
              <a:fillRect/>
            </a:stretch>
          </p:blipFill>
          <p:spPr bwMode="auto">
            <a:xfrm>
              <a:off x="579253" y="503503"/>
              <a:ext cx="2332671" cy="651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87" t="7404" r="17787" b="7404"/>
            <a:stretch>
              <a:fillRect/>
            </a:stretch>
          </p:blipFill>
          <p:spPr>
            <a:xfrm>
              <a:off x="884497" y="2135841"/>
              <a:ext cx="1722182" cy="1722182"/>
            </a:xfrm>
            <a:custGeom>
              <a:avLst/>
              <a:gdLst>
                <a:gd name="connsiteX0" fmla="*/ 1944000 w 3888000"/>
                <a:gd name="connsiteY0" fmla="*/ 0 h 3888000"/>
                <a:gd name="connsiteX1" fmla="*/ 3888000 w 3888000"/>
                <a:gd name="connsiteY1" fmla="*/ 1944000 h 3888000"/>
                <a:gd name="connsiteX2" fmla="*/ 1944000 w 3888000"/>
                <a:gd name="connsiteY2" fmla="*/ 3888000 h 3888000"/>
                <a:gd name="connsiteX3" fmla="*/ 0 w 3888000"/>
                <a:gd name="connsiteY3" fmla="*/ 1944000 h 3888000"/>
                <a:gd name="connsiteX4" fmla="*/ 1944000 w 3888000"/>
                <a:gd name="connsiteY4" fmla="*/ 0 h 388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88000" h="3888000">
                  <a:moveTo>
                    <a:pt x="1944000" y="0"/>
                  </a:moveTo>
                  <a:cubicBezTo>
                    <a:pt x="3017642" y="0"/>
                    <a:pt x="3888000" y="870358"/>
                    <a:pt x="3888000" y="1944000"/>
                  </a:cubicBezTo>
                  <a:cubicBezTo>
                    <a:pt x="3888000" y="3017642"/>
                    <a:pt x="3017642" y="3888000"/>
                    <a:pt x="1944000" y="3888000"/>
                  </a:cubicBezTo>
                  <a:cubicBezTo>
                    <a:pt x="870358" y="3888000"/>
                    <a:pt x="0" y="3017642"/>
                    <a:pt x="0" y="1944000"/>
                  </a:cubicBezTo>
                  <a:cubicBezTo>
                    <a:pt x="0" y="870358"/>
                    <a:pt x="870358" y="0"/>
                    <a:pt x="1944000" y="0"/>
                  </a:cubicBezTo>
                  <a:close/>
                </a:path>
              </a:pathLst>
            </a:cu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f5e523c6-8129-4687-abfa-31bfbffb988b}"/>
</p:tagLst>
</file>

<file path=ppt/tags/tag2.xml><?xml version="1.0" encoding="utf-8"?>
<p:tagLst xmlns:p="http://schemas.openxmlformats.org/presentationml/2006/main">
  <p:tag name="ISPRING_PRESENTATION_TITLE" val="红色微粒体工作述职报告ppt模板"/>
  <p:tag name="COMMONDATA" val="eyJoZGlkIjoiYjk5NDZhODY4MWIzZTBkMjU5MzNkN2Y4OGUwOTU5MmM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Microsoft Sans Serif"/>
        <a:ea typeface="微软雅黑"/>
        <a:cs typeface="Heiti SC Light"/>
      </a:majorFont>
      <a:minorFont>
        <a:latin typeface="Calibri"/>
        <a:ea typeface="微软雅黑"/>
        <a:cs typeface="Heiti SC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3040</Words>
  <Application>WPS 演示</Application>
  <PresentationFormat>全屏显示(4:3)</PresentationFormat>
  <Paragraphs>211</Paragraphs>
  <Slides>18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Arial</vt:lpstr>
      <vt:lpstr>宋体</vt:lpstr>
      <vt:lpstr>Wingdings</vt:lpstr>
      <vt:lpstr>微软雅黑</vt:lpstr>
      <vt:lpstr>Kartika</vt:lpstr>
      <vt:lpstr>PMingLiU-ExtB</vt:lpstr>
      <vt:lpstr>Arial Black</vt:lpstr>
      <vt:lpstr>Calibri</vt:lpstr>
      <vt:lpstr>Times New Roman</vt:lpstr>
      <vt:lpstr>黑体</vt:lpstr>
      <vt:lpstr>Wingdings</vt:lpstr>
      <vt:lpstr>Arial Unicode MS</vt:lpstr>
      <vt:lpstr>Microsoft Sans Serif</vt:lpstr>
      <vt:lpstr>Heiti SC Light</vt:lpstr>
      <vt:lpstr>Office 主题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红色微粒体工作述职报告ppt模板</dc:title>
  <dc:creator/>
  <cp:lastModifiedBy>李祖琦</cp:lastModifiedBy>
  <cp:revision>13</cp:revision>
  <dcterms:created xsi:type="dcterms:W3CDTF">2017-02-16T14:15:00Z</dcterms:created>
  <dcterms:modified xsi:type="dcterms:W3CDTF">2022-09-20T06:00:15Z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13929225A5594001A189CC946EE198CD</vt:lpwstr>
  </property>
  <property fmtid="{D5CDD505-2E9C-101B-9397-08002B2CF9AE}" pid="3" name="KSOProductBuildVer">
    <vt:lpwstr>2052-11.1.0.12358</vt:lpwstr>
  </property>
</Properties>
</file>